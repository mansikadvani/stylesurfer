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6" r:id="rId1"/>
  </p:sldMasterIdLst>
  <p:notesMasterIdLst>
    <p:notesMasterId r:id="rId71"/>
  </p:notesMasterIdLst>
  <p:sldIdLst>
    <p:sldId id="256" r:id="rId2"/>
    <p:sldId id="397" r:id="rId3"/>
    <p:sldId id="269" r:id="rId4"/>
    <p:sldId id="258" r:id="rId5"/>
    <p:sldId id="385" r:id="rId6"/>
    <p:sldId id="386" r:id="rId7"/>
    <p:sldId id="265" r:id="rId8"/>
    <p:sldId id="259" r:id="rId9"/>
    <p:sldId id="387" r:id="rId10"/>
    <p:sldId id="268" r:id="rId11"/>
    <p:sldId id="262" r:id="rId12"/>
    <p:sldId id="388" r:id="rId13"/>
    <p:sldId id="270" r:id="rId14"/>
    <p:sldId id="287" r:id="rId15"/>
    <p:sldId id="389" r:id="rId16"/>
    <p:sldId id="390" r:id="rId17"/>
    <p:sldId id="391" r:id="rId18"/>
    <p:sldId id="392" r:id="rId19"/>
    <p:sldId id="393" r:id="rId20"/>
    <p:sldId id="394" r:id="rId21"/>
    <p:sldId id="404" r:id="rId22"/>
    <p:sldId id="396" r:id="rId23"/>
    <p:sldId id="398" r:id="rId24"/>
    <p:sldId id="399" r:id="rId25"/>
    <p:sldId id="400" r:id="rId26"/>
    <p:sldId id="401" r:id="rId27"/>
    <p:sldId id="402" r:id="rId28"/>
    <p:sldId id="438" r:id="rId29"/>
    <p:sldId id="403" r:id="rId30"/>
    <p:sldId id="266" r:id="rId31"/>
    <p:sldId id="434" r:id="rId32"/>
    <p:sldId id="405" r:id="rId33"/>
    <p:sldId id="406" r:id="rId34"/>
    <p:sldId id="407" r:id="rId35"/>
    <p:sldId id="408" r:id="rId36"/>
    <p:sldId id="409" r:id="rId37"/>
    <p:sldId id="410" r:id="rId38"/>
    <p:sldId id="411" r:id="rId39"/>
    <p:sldId id="412" r:id="rId40"/>
    <p:sldId id="413" r:id="rId41"/>
    <p:sldId id="414" r:id="rId42"/>
    <p:sldId id="415" r:id="rId43"/>
    <p:sldId id="416" r:id="rId44"/>
    <p:sldId id="417" r:id="rId45"/>
    <p:sldId id="418" r:id="rId46"/>
    <p:sldId id="419" r:id="rId47"/>
    <p:sldId id="420" r:id="rId48"/>
    <p:sldId id="421" r:id="rId49"/>
    <p:sldId id="435" r:id="rId50"/>
    <p:sldId id="422" r:id="rId51"/>
    <p:sldId id="423" r:id="rId52"/>
    <p:sldId id="424" r:id="rId53"/>
    <p:sldId id="425" r:id="rId54"/>
    <p:sldId id="426" r:id="rId55"/>
    <p:sldId id="427" r:id="rId56"/>
    <p:sldId id="436" r:id="rId57"/>
    <p:sldId id="428" r:id="rId58"/>
    <p:sldId id="429" r:id="rId59"/>
    <p:sldId id="430" r:id="rId60"/>
    <p:sldId id="431" r:id="rId61"/>
    <p:sldId id="437" r:id="rId62"/>
    <p:sldId id="432" r:id="rId63"/>
    <p:sldId id="433" r:id="rId64"/>
    <p:sldId id="273" r:id="rId65"/>
    <p:sldId id="395" r:id="rId66"/>
    <p:sldId id="285" r:id="rId67"/>
    <p:sldId id="263" r:id="rId68"/>
    <p:sldId id="366" r:id="rId69"/>
    <p:sldId id="361" r:id="rId70"/>
  </p:sldIdLst>
  <p:sldSz cx="9144000" cy="5143500" type="screen16x9"/>
  <p:notesSz cx="6858000" cy="9144000"/>
  <p:embeddedFontLst>
    <p:embeddedFont>
      <p:font typeface="Hammersmith One" panose="02010703030501060504" pitchFamily="2" charset="0"/>
      <p:regular r:id="rId72"/>
    </p:embeddedFont>
    <p:embeddedFont>
      <p:font typeface="Manjari" panose="020B0604020202020204" charset="0"/>
      <p:regular r:id="rId73"/>
      <p:bold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67CC78-B3A0-40CB-922C-C216E948C712}">
  <a:tblStyle styleId="{8567CC78-B3A0-40CB-922C-C216E948C71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886BE46-2561-4D5A-B080-AD85DD3271F9}"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4E7E7"/>
          </a:solidFill>
        </a:fill>
      </a:tcStyle>
    </a:wholeTbl>
    <a:band1H>
      <a:tcTxStyle/>
      <a:tcStyle>
        <a:tcBdr/>
        <a:fill>
          <a:solidFill>
            <a:srgbClr val="E8CCCB"/>
          </a:solidFill>
        </a:fill>
      </a:tcStyle>
    </a:band1H>
    <a:band2H>
      <a:tcTxStyle/>
      <a:tcStyle>
        <a:tcBdr/>
      </a:tcStyle>
    </a:band2H>
    <a:band1V>
      <a:tcTxStyle/>
      <a:tcStyle>
        <a:tcBdr/>
        <a:fill>
          <a:solidFill>
            <a:srgbClr val="E8CCCB"/>
          </a:solidFill>
        </a:fill>
      </a:tcStyle>
    </a:band1V>
    <a:band2V>
      <a:tcTxStyle/>
      <a:tcStyle>
        <a:tcBdr/>
      </a:tcStyle>
    </a:band2V>
    <a:lastCol>
      <a:tcTxStyle b="on" i="off">
        <a:font>
          <a:latin typeface="Calibri"/>
          <a:ea typeface="Calibri"/>
          <a:cs typeface="Calibri"/>
        </a:font>
        <a:srgbClr val="FFFFFF"/>
      </a:tcTxStyle>
      <a:tcStyle>
        <a:tcBdr/>
        <a:fill>
          <a:solidFill>
            <a:srgbClr val="FCBD24"/>
          </a:solidFill>
        </a:fill>
      </a:tcStyle>
    </a:lastCol>
    <a:firstCol>
      <a:tcTxStyle b="on" i="off">
        <a:font>
          <a:latin typeface="Calibri"/>
          <a:ea typeface="Calibri"/>
          <a:cs typeface="Calibri"/>
        </a:font>
        <a:srgbClr val="FFFFFF"/>
      </a:tcTxStyle>
      <a:tcStyle>
        <a:tcBdr/>
        <a:fill>
          <a:solidFill>
            <a:srgbClr val="FCBD2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FCBD24"/>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FCBD24"/>
          </a:solidFill>
        </a:fill>
      </a:tcStyle>
    </a:firstRow>
    <a:neCell>
      <a:tcTxStyle/>
      <a:tcStyle>
        <a:tcBdr/>
      </a:tcStyle>
    </a:neCell>
    <a:nwCell>
      <a:tcTxStyle/>
      <a:tcStyle>
        <a:tcBdr/>
      </a:tcStyle>
    </a:nwCell>
  </a:tblStyle>
  <a:tblStyle styleId="{56641752-1201-4F61-813F-8EA916D9FC49}" styleName="Table_2">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7ECF3"/>
          </a:solidFill>
        </a:fill>
      </a:tcStyle>
    </a:wholeTbl>
    <a:band1H>
      <a:tcTxStyle/>
      <a:tcStyle>
        <a:tcBdr/>
        <a:fill>
          <a:solidFill>
            <a:srgbClr val="CBD7E6"/>
          </a:solidFill>
        </a:fill>
      </a:tcStyle>
    </a:band1H>
    <a:band2H>
      <a:tcTxStyle/>
      <a:tcStyle>
        <a:tcBdr/>
      </a:tcStyle>
    </a:band2H>
    <a:band1V>
      <a:tcTxStyle/>
      <a:tcStyle>
        <a:tcBdr/>
        <a:fill>
          <a:solidFill>
            <a:srgbClr val="CBD7E6"/>
          </a:solidFill>
        </a:fill>
      </a:tcStyle>
    </a:band1V>
    <a:band2V>
      <a:tcTxStyle/>
      <a:tcStyle>
        <a:tcBdr/>
      </a:tcStyle>
    </a:band2V>
    <a:lastCol>
      <a:tcTxStyle b="on" i="off">
        <a:font>
          <a:latin typeface="Calibri"/>
          <a:ea typeface="Calibri"/>
          <a:cs typeface="Calibri"/>
        </a:font>
        <a:srgbClr val="FFFFFF"/>
      </a:tcTxStyle>
      <a:tcStyle>
        <a:tcBdr/>
        <a:fill>
          <a:solidFill>
            <a:srgbClr val="5EB2FC"/>
          </a:solidFill>
        </a:fill>
      </a:tcStyle>
    </a:lastCol>
    <a:firstCol>
      <a:tcTxStyle b="on" i="off">
        <a:font>
          <a:latin typeface="Calibri"/>
          <a:ea typeface="Calibri"/>
          <a:cs typeface="Calibri"/>
        </a:font>
        <a:srgbClr val="FFFFFF"/>
      </a:tcTxStyle>
      <a:tcStyle>
        <a:tcBdr/>
        <a:fill>
          <a:solidFill>
            <a:srgbClr val="5EB2FC"/>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5EB2FC"/>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5EB2FC"/>
          </a:solidFill>
        </a:fill>
      </a:tcStyle>
    </a:firstRow>
    <a:neCell>
      <a:tcTxStyle/>
      <a:tcStyle>
        <a:tcBdr/>
      </a:tcStyle>
    </a:neCell>
    <a:nwCell>
      <a:tcTxStyle/>
      <a:tcStyle>
        <a:tcBdr/>
      </a:tcStyle>
    </a:nwCell>
  </a:tblStyle>
  <a:tblStyle styleId="{EF1E21B7-203E-40D8-BACC-C9B24FE9A948}" styleName="Table_3">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7E8"/>
          </a:solidFill>
        </a:fill>
      </a:tcStyle>
    </a:wholeTbl>
    <a:band1H>
      <a:tcTxStyle/>
      <a:tcStyle>
        <a:tcBdr/>
        <a:fill>
          <a:solidFill>
            <a:srgbClr val="CECBCF"/>
          </a:solidFill>
        </a:fill>
      </a:tcStyle>
    </a:band1H>
    <a:band2H>
      <a:tcTxStyle/>
      <a:tcStyle>
        <a:tcBdr/>
      </a:tcStyle>
    </a:band2H>
    <a:band1V>
      <a:tcTxStyle/>
      <a:tcStyle>
        <a:tcBdr/>
        <a:fill>
          <a:solidFill>
            <a:srgbClr val="CECBCF"/>
          </a:solidFill>
        </a:fill>
      </a:tcStyle>
    </a:band1V>
    <a:band2V>
      <a:tcTxStyle/>
      <a:tcStyle>
        <a:tcBdr/>
      </a:tcStyle>
    </a:band2V>
    <a:lastCol>
      <a:tcTxStyle b="on" i="off">
        <a:font>
          <a:latin typeface="Calibri"/>
          <a:ea typeface="Calibri"/>
          <a:cs typeface="Calibri"/>
        </a:font>
        <a:srgbClr val="FFFFFF"/>
      </a:tcTxStyle>
      <a:tcStyle>
        <a:tcBdr/>
        <a:fill>
          <a:solidFill>
            <a:srgbClr val="EC3A3B"/>
          </a:solidFill>
        </a:fill>
      </a:tcStyle>
    </a:lastCol>
    <a:firstCol>
      <a:tcTxStyle b="on" i="off">
        <a:font>
          <a:latin typeface="Calibri"/>
          <a:ea typeface="Calibri"/>
          <a:cs typeface="Calibri"/>
        </a:font>
        <a:srgbClr val="FFFFFF"/>
      </a:tcTxStyle>
      <a:tcStyle>
        <a:tcBdr/>
        <a:fill>
          <a:solidFill>
            <a:srgbClr val="EC3A3B"/>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EC3A3B"/>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EC3A3B"/>
          </a:solidFill>
        </a:fill>
      </a:tcStyle>
    </a:firstRow>
    <a:neCell>
      <a:tcTxStyle/>
      <a:tcStyle>
        <a:tcBdr/>
      </a:tcStyle>
    </a:neCell>
    <a:nwCell>
      <a:tcTxStyle/>
      <a:tcStyle>
        <a:tcBdr/>
      </a:tcStyle>
    </a:nwCell>
  </a:tblStyle>
  <a:tblStyle styleId="{E7AB6199-307F-4C51-B91D-FE0274A20A9F}" styleName="Table_4">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7F0ED"/>
          </a:solidFill>
        </a:fill>
      </a:tcStyle>
    </a:wholeTbl>
    <a:band1H>
      <a:tcTxStyle/>
      <a:tcStyle>
        <a:tcBdr/>
        <a:fill>
          <a:solidFill>
            <a:srgbClr val="CADFD8"/>
          </a:solidFill>
        </a:fill>
      </a:tcStyle>
    </a:band1H>
    <a:band2H>
      <a:tcTxStyle/>
      <a:tcStyle>
        <a:tcBdr/>
      </a:tcStyle>
    </a:band2H>
    <a:band1V>
      <a:tcTxStyle/>
      <a:tcStyle>
        <a:tcBdr/>
        <a:fill>
          <a:solidFill>
            <a:srgbClr val="CADFD8"/>
          </a:solidFill>
        </a:fill>
      </a:tcStyle>
    </a:band1V>
    <a:band2V>
      <a:tcTxStyle/>
      <a:tcStyle>
        <a:tcBdr/>
      </a:tcStyle>
    </a:band2V>
    <a:lastCol>
      <a:tcTxStyle b="on" i="off">
        <a:font>
          <a:latin typeface="Calibri"/>
          <a:ea typeface="Calibri"/>
          <a:cs typeface="Calibri"/>
        </a:font>
        <a:srgbClr val="FFFFFF"/>
      </a:tcTxStyle>
      <a:tcStyle>
        <a:tcBdr/>
        <a:fill>
          <a:solidFill>
            <a:srgbClr val="69E781"/>
          </a:solidFill>
        </a:fill>
      </a:tcStyle>
    </a:lastCol>
    <a:firstCol>
      <a:tcTxStyle b="on" i="off">
        <a:font>
          <a:latin typeface="Calibri"/>
          <a:ea typeface="Calibri"/>
          <a:cs typeface="Calibri"/>
        </a:font>
        <a:srgbClr val="FFFFFF"/>
      </a:tcTxStyle>
      <a:tcStyle>
        <a:tcBdr/>
        <a:fill>
          <a:solidFill>
            <a:srgbClr val="69E781"/>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69E78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69E781"/>
          </a:solidFill>
        </a:fill>
      </a:tcStyle>
    </a:firstRow>
    <a:neCell>
      <a:tcTxStyle/>
      <a:tcStyle>
        <a:tcBdr/>
      </a:tcStyle>
    </a:neCell>
    <a:nwCell>
      <a:tcTxStyle/>
      <a:tcStyle>
        <a:tcBdr/>
      </a:tcStyle>
    </a:nwCell>
  </a:tblStyle>
  <a:tblStyle styleId="{EF871156-06ED-4B5D-81B2-2A1D2B47527B}" styleName="Table_5">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DEFE6"/>
          </a:solidFill>
        </a:fill>
      </a:tcStyle>
    </a:wholeTbl>
    <a:band1H>
      <a:tcTxStyle/>
      <a:tcStyle>
        <a:tcBdr/>
        <a:fill>
          <a:solidFill>
            <a:srgbClr val="FADECA"/>
          </a:solidFill>
        </a:fill>
      </a:tcStyle>
    </a:band1H>
    <a:band2H>
      <a:tcTxStyle/>
      <a:tcStyle>
        <a:tcBdr/>
      </a:tcStyle>
    </a:band2H>
    <a:band1V>
      <a:tcTxStyle/>
      <a:tcStyle>
        <a:tcBdr/>
        <a:fill>
          <a:solidFill>
            <a:srgbClr val="FADECA"/>
          </a:solidFill>
        </a:fill>
      </a:tcStyle>
    </a:band1V>
    <a:band2V>
      <a:tcTxStyle/>
      <a:tcStyle>
        <a:tcBdr/>
      </a:tcStyle>
    </a:band2V>
    <a:lastCol>
      <a:tcTxStyle b="on" i="off">
        <a:font>
          <a:latin typeface="Calibri"/>
          <a:ea typeface="Calibri"/>
          <a:cs typeface="Calibri"/>
        </a:font>
        <a:srgbClr val="FFFFFF"/>
      </a:tcTxStyle>
      <a:tcStyle>
        <a:tcBdr/>
        <a:fill>
          <a:solidFill>
            <a:srgbClr val="4949E7"/>
          </a:solidFill>
        </a:fill>
      </a:tcStyle>
    </a:lastCol>
    <a:firstCol>
      <a:tcTxStyle b="on" i="off">
        <a:font>
          <a:latin typeface="Calibri"/>
          <a:ea typeface="Calibri"/>
          <a:cs typeface="Calibri"/>
        </a:font>
        <a:srgbClr val="FFFFFF"/>
      </a:tcTxStyle>
      <a:tcStyle>
        <a:tcBdr/>
        <a:fill>
          <a:solidFill>
            <a:srgbClr val="4949E7"/>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949E7"/>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949E7"/>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85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1"/>
        <p:cNvGrpSpPr/>
        <p:nvPr/>
      </p:nvGrpSpPr>
      <p:grpSpPr>
        <a:xfrm>
          <a:off x="0" y="0"/>
          <a:ext cx="0" cy="0"/>
          <a:chOff x="0" y="0"/>
          <a:chExt cx="0" cy="0"/>
        </a:xfrm>
      </p:grpSpPr>
      <p:sp>
        <p:nvSpPr>
          <p:cNvPr id="2002" name="Google Shape;200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3" name="Google Shape;200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8"/>
        <p:cNvGrpSpPr/>
        <p:nvPr/>
      </p:nvGrpSpPr>
      <p:grpSpPr>
        <a:xfrm>
          <a:off x="0" y="0"/>
          <a:ext cx="0" cy="0"/>
          <a:chOff x="0" y="0"/>
          <a:chExt cx="0" cy="0"/>
        </a:xfrm>
      </p:grpSpPr>
      <p:sp>
        <p:nvSpPr>
          <p:cNvPr id="2109" name="Google Shape;2109;gc72ba98ae8_1_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0" name="Google Shape;2110;gc72ba98ae8_1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p:cNvGrpSpPr/>
        <p:nvPr/>
      </p:nvGrpSpPr>
      <p:grpSpPr>
        <a:xfrm>
          <a:off x="0" y="0"/>
          <a:ext cx="0" cy="0"/>
          <a:chOff x="0" y="0"/>
          <a:chExt cx="0" cy="0"/>
        </a:xfrm>
      </p:grpSpPr>
      <p:sp>
        <p:nvSpPr>
          <p:cNvPr id="2014" name="Google Shape;2014;gc6a01074ef_0_179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5" name="Google Shape;2015;gc6a01074ef_0_179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a:extLst>
            <a:ext uri="{FF2B5EF4-FFF2-40B4-BE49-F238E27FC236}">
              <a16:creationId xmlns:a16="http://schemas.microsoft.com/office/drawing/2014/main" id="{C6370CEA-FD52-B797-443E-2531F0C95818}"/>
            </a:ext>
          </a:extLst>
        </p:cNvPr>
        <p:cNvGrpSpPr/>
        <p:nvPr/>
      </p:nvGrpSpPr>
      <p:grpSpPr>
        <a:xfrm>
          <a:off x="0" y="0"/>
          <a:ext cx="0" cy="0"/>
          <a:chOff x="0" y="0"/>
          <a:chExt cx="0" cy="0"/>
        </a:xfrm>
      </p:grpSpPr>
      <p:sp>
        <p:nvSpPr>
          <p:cNvPr id="2014" name="Google Shape;2014;gc6a01074ef_0_17978:notes">
            <a:extLst>
              <a:ext uri="{FF2B5EF4-FFF2-40B4-BE49-F238E27FC236}">
                <a16:creationId xmlns:a16="http://schemas.microsoft.com/office/drawing/2014/main" id="{95C3F1F5-2621-881F-FEF9-DE60551820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5" name="Google Shape;2015;gc6a01074ef_0_17978:notes">
            <a:extLst>
              <a:ext uri="{FF2B5EF4-FFF2-40B4-BE49-F238E27FC236}">
                <a16:creationId xmlns:a16="http://schemas.microsoft.com/office/drawing/2014/main" id="{C007D6FF-9263-98D0-372A-B2965865BD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6512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3">
          <a:extLst>
            <a:ext uri="{FF2B5EF4-FFF2-40B4-BE49-F238E27FC236}">
              <a16:creationId xmlns:a16="http://schemas.microsoft.com/office/drawing/2014/main" id="{AF7ED4F8-D5F8-C68B-BF04-32F57E39F0C5}"/>
            </a:ext>
          </a:extLst>
        </p:cNvPr>
        <p:cNvGrpSpPr/>
        <p:nvPr/>
      </p:nvGrpSpPr>
      <p:grpSpPr>
        <a:xfrm>
          <a:off x="0" y="0"/>
          <a:ext cx="0" cy="0"/>
          <a:chOff x="0" y="0"/>
          <a:chExt cx="0" cy="0"/>
        </a:xfrm>
      </p:grpSpPr>
      <p:sp>
        <p:nvSpPr>
          <p:cNvPr id="2014" name="Google Shape;2014;gc6a01074ef_0_17978:notes">
            <a:extLst>
              <a:ext uri="{FF2B5EF4-FFF2-40B4-BE49-F238E27FC236}">
                <a16:creationId xmlns:a16="http://schemas.microsoft.com/office/drawing/2014/main" id="{41B1A4D4-A96A-D348-AE2C-348536474A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5" name="Google Shape;2015;gc6a01074ef_0_17978:notes">
            <a:extLst>
              <a:ext uri="{FF2B5EF4-FFF2-40B4-BE49-F238E27FC236}">
                <a16:creationId xmlns:a16="http://schemas.microsoft.com/office/drawing/2014/main" id="{DACB13BA-2A87-6E47-4F02-0A6D8C0017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445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6"/>
        <p:cNvGrpSpPr/>
        <p:nvPr/>
      </p:nvGrpSpPr>
      <p:grpSpPr>
        <a:xfrm>
          <a:off x="0" y="0"/>
          <a:ext cx="0" cy="0"/>
          <a:chOff x="0" y="0"/>
          <a:chExt cx="0" cy="0"/>
        </a:xfrm>
      </p:grpSpPr>
      <p:sp>
        <p:nvSpPr>
          <p:cNvPr id="2087" name="Google Shape;2087;gc33250489b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8" name="Google Shape;2088;gc33250489b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p:cNvGrpSpPr/>
        <p:nvPr/>
      </p:nvGrpSpPr>
      <p:grpSpPr>
        <a:xfrm>
          <a:off x="0" y="0"/>
          <a:ext cx="0" cy="0"/>
          <a:chOff x="0" y="0"/>
          <a:chExt cx="0" cy="0"/>
        </a:xfrm>
      </p:grpSpPr>
      <p:sp>
        <p:nvSpPr>
          <p:cNvPr id="2037" name="Google Shape;2037;gfbfe6ab361_1_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8" name="Google Shape;2038;gfbfe6ab361_1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6">
          <a:extLst>
            <a:ext uri="{FF2B5EF4-FFF2-40B4-BE49-F238E27FC236}">
              <a16:creationId xmlns:a16="http://schemas.microsoft.com/office/drawing/2014/main" id="{37D2EEBF-F6F9-52F0-E686-CCC2BD30A728}"/>
            </a:ext>
          </a:extLst>
        </p:cNvPr>
        <p:cNvGrpSpPr/>
        <p:nvPr/>
      </p:nvGrpSpPr>
      <p:grpSpPr>
        <a:xfrm>
          <a:off x="0" y="0"/>
          <a:ext cx="0" cy="0"/>
          <a:chOff x="0" y="0"/>
          <a:chExt cx="0" cy="0"/>
        </a:xfrm>
      </p:grpSpPr>
      <p:sp>
        <p:nvSpPr>
          <p:cNvPr id="2037" name="Google Shape;2037;gfbfe6ab361_1_284:notes">
            <a:extLst>
              <a:ext uri="{FF2B5EF4-FFF2-40B4-BE49-F238E27FC236}">
                <a16:creationId xmlns:a16="http://schemas.microsoft.com/office/drawing/2014/main" id="{E17EC7FB-E147-A9CB-DBD6-4032278901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8" name="Google Shape;2038;gfbfe6ab361_1_284:notes">
            <a:extLst>
              <a:ext uri="{FF2B5EF4-FFF2-40B4-BE49-F238E27FC236}">
                <a16:creationId xmlns:a16="http://schemas.microsoft.com/office/drawing/2014/main" id="{AA2C41E3-B697-1C6F-2A93-7D05F73695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8197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gfbfe6ab361_1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6" name="Google Shape;2106;gfbfe6ab361_1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7"/>
        <p:cNvGrpSpPr/>
        <p:nvPr/>
      </p:nvGrpSpPr>
      <p:grpSpPr>
        <a:xfrm>
          <a:off x="0" y="0"/>
          <a:ext cx="0" cy="0"/>
          <a:chOff x="0" y="0"/>
          <a:chExt cx="0" cy="0"/>
        </a:xfrm>
      </p:grpSpPr>
      <p:sp>
        <p:nvSpPr>
          <p:cNvPr id="2068" name="Google Shape;2068;gc6a01074ef_0_206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9" name="Google Shape;2069;gc6a01074ef_0_20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7">
          <a:extLst>
            <a:ext uri="{FF2B5EF4-FFF2-40B4-BE49-F238E27FC236}">
              <a16:creationId xmlns:a16="http://schemas.microsoft.com/office/drawing/2014/main" id="{C9AC838F-F112-4FF0-D230-0CFF3551C4FF}"/>
            </a:ext>
          </a:extLst>
        </p:cNvPr>
        <p:cNvGrpSpPr/>
        <p:nvPr/>
      </p:nvGrpSpPr>
      <p:grpSpPr>
        <a:xfrm>
          <a:off x="0" y="0"/>
          <a:ext cx="0" cy="0"/>
          <a:chOff x="0" y="0"/>
          <a:chExt cx="0" cy="0"/>
        </a:xfrm>
      </p:grpSpPr>
      <p:sp>
        <p:nvSpPr>
          <p:cNvPr id="2068" name="Google Shape;2068;gc6a01074ef_0_20661:notes">
            <a:extLst>
              <a:ext uri="{FF2B5EF4-FFF2-40B4-BE49-F238E27FC236}">
                <a16:creationId xmlns:a16="http://schemas.microsoft.com/office/drawing/2014/main" id="{9285CB1C-11C4-061C-002C-9B5BE133D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9" name="Google Shape;2069;gc6a01074ef_0_20661:notes">
            <a:extLst>
              <a:ext uri="{FF2B5EF4-FFF2-40B4-BE49-F238E27FC236}">
                <a16:creationId xmlns:a16="http://schemas.microsoft.com/office/drawing/2014/main" id="{07C27CA7-6202-22C7-A95A-0268C18976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0031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2"/>
        <p:cNvGrpSpPr/>
        <p:nvPr/>
      </p:nvGrpSpPr>
      <p:grpSpPr>
        <a:xfrm>
          <a:off x="0" y="0"/>
          <a:ext cx="0" cy="0"/>
          <a:chOff x="0" y="0"/>
          <a:chExt cx="0" cy="0"/>
        </a:xfrm>
      </p:grpSpPr>
      <p:sp>
        <p:nvSpPr>
          <p:cNvPr id="2113" name="Google Shape;2113;gc72ba98ae8_1_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4" name="Google Shape;2114;gc72ba98ae8_1_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p:cNvGrpSpPr/>
        <p:nvPr/>
      </p:nvGrpSpPr>
      <p:grpSpPr>
        <a:xfrm>
          <a:off x="0" y="0"/>
          <a:ext cx="0" cy="0"/>
          <a:chOff x="0" y="0"/>
          <a:chExt cx="0" cy="0"/>
        </a:xfrm>
      </p:grpSpPr>
      <p:sp>
        <p:nvSpPr>
          <p:cNvPr id="2607" name="Google Shape;2607;g10363c24f6e_1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290DF353-A3FB-7313-B3D0-5D8B3C830031}"/>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D44CAE3C-3CFB-7861-1A90-29A783B21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6D68F9D5-1B9C-5CCF-1BD8-9D7E6D1789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914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3938CAD5-83D6-758F-4B8F-BEE0F0D6D179}"/>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41C297DF-10CC-9F4E-0E79-16783B3A2B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7E55236D-BD7B-5735-CB75-A39FED3815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017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BF9CBDCA-F073-B9AA-752B-0A7D64C825A8}"/>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8A54D4D9-78A5-F2E9-3B39-CEA011C318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6828F29E-F98A-BC51-95DE-6B4E847BE2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2968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B7769252-E8C1-5FEC-1ACE-291FA353078C}"/>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80DC0847-93CD-B95C-EF20-AF867ABE4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EE60353E-1913-2340-368E-B2E69ECA7A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7246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F5079A25-C8E7-BF73-CE90-253844569C77}"/>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F0648BD7-0E84-7448-5494-D171FFFE54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92070EC5-C754-3F5D-4863-9ADE6ED637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7236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6">
          <a:extLst>
            <a:ext uri="{FF2B5EF4-FFF2-40B4-BE49-F238E27FC236}">
              <a16:creationId xmlns:a16="http://schemas.microsoft.com/office/drawing/2014/main" id="{9D0B7B22-2BC1-4CF7-C413-2195D6EA036F}"/>
            </a:ext>
          </a:extLst>
        </p:cNvPr>
        <p:cNvGrpSpPr/>
        <p:nvPr/>
      </p:nvGrpSpPr>
      <p:grpSpPr>
        <a:xfrm>
          <a:off x="0" y="0"/>
          <a:ext cx="0" cy="0"/>
          <a:chOff x="0" y="0"/>
          <a:chExt cx="0" cy="0"/>
        </a:xfrm>
      </p:grpSpPr>
      <p:sp>
        <p:nvSpPr>
          <p:cNvPr id="2607" name="Google Shape;2607;g10363c24f6e_1_286:notes">
            <a:extLst>
              <a:ext uri="{FF2B5EF4-FFF2-40B4-BE49-F238E27FC236}">
                <a16:creationId xmlns:a16="http://schemas.microsoft.com/office/drawing/2014/main" id="{93222177-C968-FAEB-EAAD-4270715A21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8" name="Google Shape;2608;g10363c24f6e_1_286:notes">
            <a:extLst>
              <a:ext uri="{FF2B5EF4-FFF2-40B4-BE49-F238E27FC236}">
                <a16:creationId xmlns:a16="http://schemas.microsoft.com/office/drawing/2014/main" id="{2F5D8DF8-73C1-7E7A-4850-BF30624F04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616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1">
          <a:extLst>
            <a:ext uri="{FF2B5EF4-FFF2-40B4-BE49-F238E27FC236}">
              <a16:creationId xmlns:a16="http://schemas.microsoft.com/office/drawing/2014/main" id="{8319404B-2A8F-34F4-C5C8-C72B8CF05D43}"/>
            </a:ext>
          </a:extLst>
        </p:cNvPr>
        <p:cNvGrpSpPr/>
        <p:nvPr/>
      </p:nvGrpSpPr>
      <p:grpSpPr>
        <a:xfrm>
          <a:off x="0" y="0"/>
          <a:ext cx="0" cy="0"/>
          <a:chOff x="0" y="0"/>
          <a:chExt cx="0" cy="0"/>
        </a:xfrm>
      </p:grpSpPr>
      <p:sp>
        <p:nvSpPr>
          <p:cNvPr id="2592" name="Google Shape;2592;gc6a01074ef_0_18761:notes">
            <a:extLst>
              <a:ext uri="{FF2B5EF4-FFF2-40B4-BE49-F238E27FC236}">
                <a16:creationId xmlns:a16="http://schemas.microsoft.com/office/drawing/2014/main" id="{F8A44E15-E543-8A5C-03A5-3610952D3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3" name="Google Shape;2593;gc6a01074ef_0_18761:notes">
            <a:extLst>
              <a:ext uri="{FF2B5EF4-FFF2-40B4-BE49-F238E27FC236}">
                <a16:creationId xmlns:a16="http://schemas.microsoft.com/office/drawing/2014/main" id="{F190CC0C-E698-7F30-19D3-CEB786A18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5909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6"/>
        <p:cNvGrpSpPr/>
        <p:nvPr/>
      </p:nvGrpSpPr>
      <p:grpSpPr>
        <a:xfrm>
          <a:off x="0" y="0"/>
          <a:ext cx="0" cy="0"/>
          <a:chOff x="0" y="0"/>
          <a:chExt cx="0" cy="0"/>
        </a:xfrm>
      </p:grpSpPr>
      <p:sp>
        <p:nvSpPr>
          <p:cNvPr id="2097" name="Google Shape;2097;gc72ba98ae8_1_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8" name="Google Shape;2098;gc72ba98ae8_1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8"/>
        <p:cNvGrpSpPr/>
        <p:nvPr/>
      </p:nvGrpSpPr>
      <p:grpSpPr>
        <a:xfrm>
          <a:off x="0" y="0"/>
          <a:ext cx="0" cy="0"/>
          <a:chOff x="0" y="0"/>
          <a:chExt cx="0" cy="0"/>
        </a:xfrm>
      </p:grpSpPr>
      <p:sp>
        <p:nvSpPr>
          <p:cNvPr id="2129" name="Google Shape;2129;gc6a01074ef_0_18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0" name="Google Shape;2130;gc6a01074ef_0_18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8">
          <a:extLst>
            <a:ext uri="{FF2B5EF4-FFF2-40B4-BE49-F238E27FC236}">
              <a16:creationId xmlns:a16="http://schemas.microsoft.com/office/drawing/2014/main" id="{17617CB9-D864-E88F-73B0-1060FC778B3B}"/>
            </a:ext>
          </a:extLst>
        </p:cNvPr>
        <p:cNvGrpSpPr/>
        <p:nvPr/>
      </p:nvGrpSpPr>
      <p:grpSpPr>
        <a:xfrm>
          <a:off x="0" y="0"/>
          <a:ext cx="0" cy="0"/>
          <a:chOff x="0" y="0"/>
          <a:chExt cx="0" cy="0"/>
        </a:xfrm>
      </p:grpSpPr>
      <p:sp>
        <p:nvSpPr>
          <p:cNvPr id="2129" name="Google Shape;2129;gc6a01074ef_0_18233:notes">
            <a:extLst>
              <a:ext uri="{FF2B5EF4-FFF2-40B4-BE49-F238E27FC236}">
                <a16:creationId xmlns:a16="http://schemas.microsoft.com/office/drawing/2014/main" id="{26CBD581-4CE4-08A8-C43A-45BC24A2C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0" name="Google Shape;2130;gc6a01074ef_0_18233:notes">
            <a:extLst>
              <a:ext uri="{FF2B5EF4-FFF2-40B4-BE49-F238E27FC236}">
                <a16:creationId xmlns:a16="http://schemas.microsoft.com/office/drawing/2014/main" id="{CCFDD7AF-CD5F-0030-8D2A-283056189F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6075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1"/>
        <p:cNvGrpSpPr/>
        <p:nvPr/>
      </p:nvGrpSpPr>
      <p:grpSpPr>
        <a:xfrm>
          <a:off x="0" y="0"/>
          <a:ext cx="0" cy="0"/>
          <a:chOff x="0" y="0"/>
          <a:chExt cx="0" cy="0"/>
        </a:xfrm>
      </p:grpSpPr>
      <p:sp>
        <p:nvSpPr>
          <p:cNvPr id="2592" name="Google Shape;2592;gc6a01074ef_0_18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3" name="Google Shape;2593;gc6a01074ef_0_18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Google Shape;2074;gc6a01074ef_0_21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5" name="Google Shape;2075;gc6a01074ef_0_2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6"/>
        <p:cNvGrpSpPr/>
        <p:nvPr/>
      </p:nvGrpSpPr>
      <p:grpSpPr>
        <a:xfrm>
          <a:off x="0" y="0"/>
          <a:ext cx="0" cy="0"/>
          <a:chOff x="0" y="0"/>
          <a:chExt cx="0" cy="0"/>
        </a:xfrm>
      </p:grpSpPr>
      <p:sp>
        <p:nvSpPr>
          <p:cNvPr id="4257" name="Google Shape;4257;g10363c24f6e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8" name="Google Shape;4258;g10363c24f6e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6"/>
        <p:cNvGrpSpPr/>
        <p:nvPr/>
      </p:nvGrpSpPr>
      <p:grpSpPr>
        <a:xfrm>
          <a:off x="0" y="0"/>
          <a:ext cx="0" cy="0"/>
          <a:chOff x="0" y="0"/>
          <a:chExt cx="0" cy="0"/>
        </a:xfrm>
      </p:grpSpPr>
      <p:sp>
        <p:nvSpPr>
          <p:cNvPr id="4117" name="Google Shape;4117;gc72ba98ae8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8" name="Google Shape;4118;gc72ba98ae8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slide" Target="../slides/slide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slide" Target="../slides/slide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flipH="1">
            <a:off x="-1411582" y="-1157400"/>
            <a:ext cx="4436782" cy="3714342"/>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062825" y="3370500"/>
            <a:ext cx="775608" cy="101295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605425" y="342175"/>
            <a:ext cx="2052600" cy="2052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6412578" y="-640069"/>
            <a:ext cx="1962482" cy="1953284"/>
            <a:chOff x="386328" y="2672681"/>
            <a:chExt cx="1962482" cy="1953284"/>
          </a:xfrm>
        </p:grpSpPr>
        <p:sp>
          <p:nvSpPr>
            <p:cNvPr id="13" name="Google Shape;13;p2"/>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2"/>
          <p:cNvSpPr/>
          <p:nvPr/>
        </p:nvSpPr>
        <p:spPr>
          <a:xfrm>
            <a:off x="-125" y="4599425"/>
            <a:ext cx="9144321" cy="595550"/>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1283094" y="1290750"/>
            <a:ext cx="65778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500" b="1">
                <a:solidFill>
                  <a:srgbClr val="80686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0" name="Google Shape;50;p2"/>
          <p:cNvSpPr txBox="1">
            <a:spLocks noGrp="1"/>
          </p:cNvSpPr>
          <p:nvPr>
            <p:ph type="subTitle" idx="1"/>
          </p:nvPr>
        </p:nvSpPr>
        <p:spPr>
          <a:xfrm>
            <a:off x="1283100" y="3394625"/>
            <a:ext cx="6577800" cy="458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500">
                <a:latin typeface="Manjari"/>
                <a:ea typeface="Manjari"/>
                <a:cs typeface="Manjari"/>
                <a:sym typeface="Manjari"/>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3"/>
          <p:cNvSpPr/>
          <p:nvPr/>
        </p:nvSpPr>
        <p:spPr>
          <a:xfrm>
            <a:off x="6710333" y="1328994"/>
            <a:ext cx="2375400" cy="2375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3"/>
          <p:cNvGrpSpPr/>
          <p:nvPr/>
        </p:nvGrpSpPr>
        <p:grpSpPr>
          <a:xfrm>
            <a:off x="6352643" y="607781"/>
            <a:ext cx="2270935" cy="2260334"/>
            <a:chOff x="6762468" y="1386456"/>
            <a:chExt cx="2270935" cy="2260334"/>
          </a:xfrm>
        </p:grpSpPr>
        <p:sp>
          <p:nvSpPr>
            <p:cNvPr id="54" name="Google Shape;54;p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3"/>
          <p:cNvSpPr/>
          <p:nvPr/>
        </p:nvSpPr>
        <p:spPr>
          <a:xfrm rot="8100000">
            <a:off x="402124" y="-935267"/>
            <a:ext cx="1938844" cy="330562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641525" y="2945026"/>
            <a:ext cx="1460036" cy="19068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a:hlinkClick r:id="" action="ppaction://noaction"/>
          </p:cNvPr>
          <p:cNvSpPr txBox="1">
            <a:spLocks noGrp="1"/>
          </p:cNvSpPr>
          <p:nvPr>
            <p:ph type="title"/>
          </p:nvPr>
        </p:nvSpPr>
        <p:spPr>
          <a:xfrm>
            <a:off x="2019300" y="1960425"/>
            <a:ext cx="5105400" cy="121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0" name="Google Shape;90;p3"/>
          <p:cNvSpPr txBox="1">
            <a:spLocks noGrp="1"/>
          </p:cNvSpPr>
          <p:nvPr>
            <p:ph type="title" idx="2" hasCustomPrompt="1"/>
          </p:nvPr>
        </p:nvSpPr>
        <p:spPr>
          <a:xfrm>
            <a:off x="2019300" y="914400"/>
            <a:ext cx="5105400" cy="1213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6"/>
          <p:cNvSpPr/>
          <p:nvPr/>
        </p:nvSpPr>
        <p:spPr>
          <a:xfrm rot="-996204" flipH="1">
            <a:off x="-917706" y="-448408"/>
            <a:ext cx="3403937" cy="338982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9" name="Google Shape;109;p6"/>
          <p:cNvSpPr/>
          <p:nvPr/>
        </p:nvSpPr>
        <p:spPr>
          <a:xfrm rot="7619243">
            <a:off x="7150868" y="2766901"/>
            <a:ext cx="3210914" cy="319760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_7">
    <p:spTree>
      <p:nvGrpSpPr>
        <p:cNvPr id="1" name="Shape 211"/>
        <p:cNvGrpSpPr/>
        <p:nvPr/>
      </p:nvGrpSpPr>
      <p:grpSpPr>
        <a:xfrm>
          <a:off x="0" y="0"/>
          <a:ext cx="0" cy="0"/>
          <a:chOff x="0" y="0"/>
          <a:chExt cx="0" cy="0"/>
        </a:xfrm>
      </p:grpSpPr>
      <p:sp>
        <p:nvSpPr>
          <p:cNvPr id="212" name="Google Shape;212;p13"/>
          <p:cNvSpPr/>
          <p:nvPr/>
        </p:nvSpPr>
        <p:spPr>
          <a:xfrm>
            <a:off x="7233675" y="-730075"/>
            <a:ext cx="3030078" cy="3486687"/>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3"/>
          <p:cNvSpPr/>
          <p:nvPr/>
        </p:nvSpPr>
        <p:spPr>
          <a:xfrm rot="2540379">
            <a:off x="-721411" y="3502530"/>
            <a:ext cx="2268525" cy="1945325"/>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3"/>
          <p:cNvSpPr txBox="1">
            <a:spLocks noGrp="1"/>
          </p:cNvSpPr>
          <p:nvPr>
            <p:ph type="subTitle" idx="1"/>
          </p:nvPr>
        </p:nvSpPr>
        <p:spPr>
          <a:xfrm>
            <a:off x="3905700"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5" name="Google Shape;215;p13"/>
          <p:cNvSpPr txBox="1">
            <a:spLocks noGrp="1"/>
          </p:cNvSpPr>
          <p:nvPr>
            <p:ph type="subTitle" idx="2"/>
          </p:nvPr>
        </p:nvSpPr>
        <p:spPr>
          <a:xfrm>
            <a:off x="1391100"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16" name="Google Shape;216;p13"/>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7" name="Google Shape;217;p13">
            <a:hlinkClick r:id="rId2" action="ppaction://hlinksldjump"/>
          </p:cNvPr>
          <p:cNvSpPr txBox="1">
            <a:spLocks noGrp="1"/>
          </p:cNvSpPr>
          <p:nvPr>
            <p:ph type="subTitle" idx="3"/>
          </p:nvPr>
        </p:nvSpPr>
        <p:spPr>
          <a:xfrm>
            <a:off x="1391100"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18" name="Google Shape;218;p13">
            <a:hlinkClick r:id="rId3" action="ppaction://hlinksldjump"/>
          </p:cNvPr>
          <p:cNvSpPr txBox="1">
            <a:spLocks noGrp="1"/>
          </p:cNvSpPr>
          <p:nvPr>
            <p:ph type="subTitle" idx="4"/>
          </p:nvPr>
        </p:nvSpPr>
        <p:spPr>
          <a:xfrm>
            <a:off x="3905700"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19" name="Google Shape;219;p13">
            <a:hlinkClick r:id="" action="ppaction://noaction"/>
          </p:cNvPr>
          <p:cNvSpPr txBox="1">
            <a:spLocks noGrp="1"/>
          </p:cNvSpPr>
          <p:nvPr>
            <p:ph type="subTitle" idx="5"/>
          </p:nvPr>
        </p:nvSpPr>
        <p:spPr>
          <a:xfrm>
            <a:off x="1391100"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0" name="Google Shape;220;p13">
            <a:hlinkClick r:id="" action="ppaction://noaction"/>
          </p:cNvPr>
          <p:cNvSpPr txBox="1">
            <a:spLocks noGrp="1"/>
          </p:cNvSpPr>
          <p:nvPr>
            <p:ph type="subTitle" idx="6"/>
          </p:nvPr>
        </p:nvSpPr>
        <p:spPr>
          <a:xfrm>
            <a:off x="3905700"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1" name="Google Shape;221;p13"/>
          <p:cNvSpPr txBox="1">
            <a:spLocks noGrp="1"/>
          </p:cNvSpPr>
          <p:nvPr>
            <p:ph type="subTitle" idx="7"/>
          </p:nvPr>
        </p:nvSpPr>
        <p:spPr>
          <a:xfrm>
            <a:off x="1391100"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2" name="Google Shape;222;p13"/>
          <p:cNvSpPr txBox="1">
            <a:spLocks noGrp="1"/>
          </p:cNvSpPr>
          <p:nvPr>
            <p:ph type="subTitle" idx="8"/>
          </p:nvPr>
        </p:nvSpPr>
        <p:spPr>
          <a:xfrm>
            <a:off x="3905700"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3" name="Google Shape;223;p13">
            <a:hlinkClick r:id="rId2" action="ppaction://hlinksldjump"/>
          </p:cNvPr>
          <p:cNvSpPr txBox="1">
            <a:spLocks noGrp="1"/>
          </p:cNvSpPr>
          <p:nvPr>
            <p:ph type="title" idx="9" hasCustomPrompt="1"/>
          </p:nvPr>
        </p:nvSpPr>
        <p:spPr>
          <a:xfrm>
            <a:off x="792175"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4" name="Google Shape;224;p13">
            <a:hlinkClick r:id="rId3" action="ppaction://hlinksldjump"/>
          </p:cNvPr>
          <p:cNvSpPr txBox="1">
            <a:spLocks noGrp="1"/>
          </p:cNvSpPr>
          <p:nvPr>
            <p:ph type="title" idx="13" hasCustomPrompt="1"/>
          </p:nvPr>
        </p:nvSpPr>
        <p:spPr>
          <a:xfrm>
            <a:off x="3314700"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5" name="Google Shape;225;p13">
            <a:hlinkClick r:id="" action="ppaction://noaction"/>
          </p:cNvPr>
          <p:cNvSpPr txBox="1">
            <a:spLocks noGrp="1"/>
          </p:cNvSpPr>
          <p:nvPr>
            <p:ph type="title" idx="14" hasCustomPrompt="1"/>
          </p:nvPr>
        </p:nvSpPr>
        <p:spPr>
          <a:xfrm>
            <a:off x="792175"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6" name="Google Shape;226;p13">
            <a:hlinkClick r:id="" action="ppaction://noaction"/>
          </p:cNvPr>
          <p:cNvSpPr txBox="1">
            <a:spLocks noGrp="1"/>
          </p:cNvSpPr>
          <p:nvPr>
            <p:ph type="title" idx="15" hasCustomPrompt="1"/>
          </p:nvPr>
        </p:nvSpPr>
        <p:spPr>
          <a:xfrm>
            <a:off x="3314700"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27" name="Google Shape;227;p13"/>
          <p:cNvSpPr txBox="1">
            <a:spLocks noGrp="1"/>
          </p:cNvSpPr>
          <p:nvPr>
            <p:ph type="subTitle" idx="16"/>
          </p:nvPr>
        </p:nvSpPr>
        <p:spPr>
          <a:xfrm>
            <a:off x="6428225" y="3380175"/>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8" name="Google Shape;228;p13">
            <a:hlinkClick r:id="" action="ppaction://noaction"/>
          </p:cNvPr>
          <p:cNvSpPr txBox="1">
            <a:spLocks noGrp="1"/>
          </p:cNvSpPr>
          <p:nvPr>
            <p:ph type="subTitle" idx="17"/>
          </p:nvPr>
        </p:nvSpPr>
        <p:spPr>
          <a:xfrm>
            <a:off x="6428225" y="1434475"/>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29" name="Google Shape;229;p13">
            <a:hlinkClick r:id="" action="ppaction://noaction"/>
          </p:cNvPr>
          <p:cNvSpPr txBox="1">
            <a:spLocks noGrp="1"/>
          </p:cNvSpPr>
          <p:nvPr>
            <p:ph type="subTitle" idx="18"/>
          </p:nvPr>
        </p:nvSpPr>
        <p:spPr>
          <a:xfrm>
            <a:off x="6428225" y="2992287"/>
            <a:ext cx="19236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30" name="Google Shape;230;p13"/>
          <p:cNvSpPr txBox="1">
            <a:spLocks noGrp="1"/>
          </p:cNvSpPr>
          <p:nvPr>
            <p:ph type="subTitle" idx="19"/>
          </p:nvPr>
        </p:nvSpPr>
        <p:spPr>
          <a:xfrm>
            <a:off x="6428225" y="1825209"/>
            <a:ext cx="1923600" cy="10293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1" name="Google Shape;231;p13">
            <a:hlinkClick r:id="" action="ppaction://noaction"/>
          </p:cNvPr>
          <p:cNvSpPr txBox="1">
            <a:spLocks noGrp="1"/>
          </p:cNvSpPr>
          <p:nvPr>
            <p:ph type="title" idx="20" hasCustomPrompt="1"/>
          </p:nvPr>
        </p:nvSpPr>
        <p:spPr>
          <a:xfrm>
            <a:off x="5837225" y="1434475"/>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32" name="Google Shape;232;p13">
            <a:hlinkClick r:id="" action="ppaction://noaction"/>
          </p:cNvPr>
          <p:cNvSpPr txBox="1">
            <a:spLocks noGrp="1"/>
          </p:cNvSpPr>
          <p:nvPr>
            <p:ph type="title" idx="21" hasCustomPrompt="1"/>
          </p:nvPr>
        </p:nvSpPr>
        <p:spPr>
          <a:xfrm>
            <a:off x="5837225" y="2992276"/>
            <a:ext cx="596400" cy="41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2400">
                <a:solidFill>
                  <a:schemeClr val="accent5"/>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1">
  <p:cSld name="CUSTOM_38">
    <p:spTree>
      <p:nvGrpSpPr>
        <p:cNvPr id="1" name="Shape 233"/>
        <p:cNvGrpSpPr/>
        <p:nvPr/>
      </p:nvGrpSpPr>
      <p:grpSpPr>
        <a:xfrm>
          <a:off x="0" y="0"/>
          <a:ext cx="0" cy="0"/>
          <a:chOff x="0" y="0"/>
          <a:chExt cx="0" cy="0"/>
        </a:xfrm>
      </p:grpSpPr>
      <p:sp>
        <p:nvSpPr>
          <p:cNvPr id="234" name="Google Shape;234;p14"/>
          <p:cNvSpPr/>
          <p:nvPr/>
        </p:nvSpPr>
        <p:spPr>
          <a:xfrm rot="-3798042">
            <a:off x="6317727" y="1597507"/>
            <a:ext cx="6147380" cy="3782036"/>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5" name="Google Shape;235;p14"/>
          <p:cNvGrpSpPr/>
          <p:nvPr/>
        </p:nvGrpSpPr>
        <p:grpSpPr>
          <a:xfrm rot="10800000" flipH="1">
            <a:off x="5207341" y="-686580"/>
            <a:ext cx="1696762" cy="1688828"/>
            <a:chOff x="2414491" y="671177"/>
            <a:chExt cx="1830972" cy="1822411"/>
          </a:xfrm>
        </p:grpSpPr>
        <p:sp>
          <p:nvSpPr>
            <p:cNvPr id="236" name="Google Shape;236;p14"/>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4"/>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4"/>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4"/>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4"/>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4"/>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4"/>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4"/>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4"/>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4"/>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4"/>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4"/>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4"/>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4"/>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4"/>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4"/>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4"/>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4"/>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4"/>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4"/>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4"/>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4"/>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4"/>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4"/>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14"/>
          <p:cNvSpPr/>
          <p:nvPr/>
        </p:nvSpPr>
        <p:spPr>
          <a:xfrm rot="5400000">
            <a:off x="-2258800" y="3179758"/>
            <a:ext cx="4913539" cy="302294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rot="-2266405" flipH="1">
            <a:off x="7096023" y="2189513"/>
            <a:ext cx="1938828" cy="330559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4"/>
          <p:cNvSpPr txBox="1">
            <a:spLocks noGrp="1"/>
          </p:cNvSpPr>
          <p:nvPr>
            <p:ph type="subTitle" idx="1"/>
          </p:nvPr>
        </p:nvSpPr>
        <p:spPr>
          <a:xfrm>
            <a:off x="4024200" y="3684975"/>
            <a:ext cx="2669400" cy="591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14"/>
          <p:cNvSpPr txBox="1">
            <a:spLocks noGrp="1"/>
          </p:cNvSpPr>
          <p:nvPr>
            <p:ph type="subTitle" idx="2"/>
          </p:nvPr>
        </p:nvSpPr>
        <p:spPr>
          <a:xfrm>
            <a:off x="941850" y="3684975"/>
            <a:ext cx="2701500" cy="591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4" name="Google Shape;274;p14"/>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75" name="Google Shape;275;p14">
            <a:hlinkClick r:id="rId2" action="ppaction://hlinksldjump"/>
          </p:cNvPr>
          <p:cNvSpPr txBox="1">
            <a:spLocks noGrp="1"/>
          </p:cNvSpPr>
          <p:nvPr>
            <p:ph type="subTitle" idx="3"/>
          </p:nvPr>
        </p:nvSpPr>
        <p:spPr>
          <a:xfrm>
            <a:off x="941850" y="1739275"/>
            <a:ext cx="27015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76" name="Google Shape;276;p14">
            <a:hlinkClick r:id="rId3" action="ppaction://hlinksldjump"/>
          </p:cNvPr>
          <p:cNvSpPr txBox="1">
            <a:spLocks noGrp="1"/>
          </p:cNvSpPr>
          <p:nvPr>
            <p:ph type="subTitle" idx="4"/>
          </p:nvPr>
        </p:nvSpPr>
        <p:spPr>
          <a:xfrm>
            <a:off x="4024200" y="1739275"/>
            <a:ext cx="26694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77" name="Google Shape;277;p14">
            <a:hlinkClick r:id="" action="ppaction://noaction"/>
          </p:cNvPr>
          <p:cNvSpPr txBox="1">
            <a:spLocks noGrp="1"/>
          </p:cNvSpPr>
          <p:nvPr>
            <p:ph type="subTitle" idx="5"/>
          </p:nvPr>
        </p:nvSpPr>
        <p:spPr>
          <a:xfrm>
            <a:off x="941850" y="3297074"/>
            <a:ext cx="27015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78" name="Google Shape;278;p14">
            <a:hlinkClick r:id="" action="ppaction://noaction"/>
          </p:cNvPr>
          <p:cNvSpPr txBox="1">
            <a:spLocks noGrp="1"/>
          </p:cNvSpPr>
          <p:nvPr>
            <p:ph type="subTitle" idx="6"/>
          </p:nvPr>
        </p:nvSpPr>
        <p:spPr>
          <a:xfrm>
            <a:off x="4024200" y="3297087"/>
            <a:ext cx="26694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000"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000">
                <a:latin typeface="Hammersmith One"/>
                <a:ea typeface="Hammersmith One"/>
                <a:cs typeface="Hammersmith One"/>
                <a:sym typeface="Hammersmith One"/>
              </a:defRPr>
            </a:lvl2pPr>
            <a:lvl3pPr lvl="2" rtl="0">
              <a:spcBef>
                <a:spcPts val="0"/>
              </a:spcBef>
              <a:spcAft>
                <a:spcPts val="0"/>
              </a:spcAft>
              <a:buSzPts val="2000"/>
              <a:buFont typeface="Hammersmith One"/>
              <a:buNone/>
              <a:defRPr sz="2000">
                <a:latin typeface="Hammersmith One"/>
                <a:ea typeface="Hammersmith One"/>
                <a:cs typeface="Hammersmith One"/>
                <a:sym typeface="Hammersmith One"/>
              </a:defRPr>
            </a:lvl3pPr>
            <a:lvl4pPr lvl="3" rtl="0">
              <a:spcBef>
                <a:spcPts val="0"/>
              </a:spcBef>
              <a:spcAft>
                <a:spcPts val="0"/>
              </a:spcAft>
              <a:buSzPts val="2000"/>
              <a:buFont typeface="Hammersmith One"/>
              <a:buNone/>
              <a:defRPr sz="2000">
                <a:latin typeface="Hammersmith One"/>
                <a:ea typeface="Hammersmith One"/>
                <a:cs typeface="Hammersmith One"/>
                <a:sym typeface="Hammersmith One"/>
              </a:defRPr>
            </a:lvl4pPr>
            <a:lvl5pPr lvl="4" rtl="0">
              <a:spcBef>
                <a:spcPts val="0"/>
              </a:spcBef>
              <a:spcAft>
                <a:spcPts val="0"/>
              </a:spcAft>
              <a:buSzPts val="2000"/>
              <a:buFont typeface="Hammersmith One"/>
              <a:buNone/>
              <a:defRPr sz="2000">
                <a:latin typeface="Hammersmith One"/>
                <a:ea typeface="Hammersmith One"/>
                <a:cs typeface="Hammersmith One"/>
                <a:sym typeface="Hammersmith One"/>
              </a:defRPr>
            </a:lvl5pPr>
            <a:lvl6pPr lvl="5" rtl="0">
              <a:spcBef>
                <a:spcPts val="0"/>
              </a:spcBef>
              <a:spcAft>
                <a:spcPts val="0"/>
              </a:spcAft>
              <a:buSzPts val="2000"/>
              <a:buFont typeface="Hammersmith One"/>
              <a:buNone/>
              <a:defRPr sz="2000">
                <a:latin typeface="Hammersmith One"/>
                <a:ea typeface="Hammersmith One"/>
                <a:cs typeface="Hammersmith One"/>
                <a:sym typeface="Hammersmith One"/>
              </a:defRPr>
            </a:lvl6pPr>
            <a:lvl7pPr lvl="6" rtl="0">
              <a:spcBef>
                <a:spcPts val="0"/>
              </a:spcBef>
              <a:spcAft>
                <a:spcPts val="0"/>
              </a:spcAft>
              <a:buSzPts val="2000"/>
              <a:buFont typeface="Hammersmith One"/>
              <a:buNone/>
              <a:defRPr sz="2000">
                <a:latin typeface="Hammersmith One"/>
                <a:ea typeface="Hammersmith One"/>
                <a:cs typeface="Hammersmith One"/>
                <a:sym typeface="Hammersmith One"/>
              </a:defRPr>
            </a:lvl7pPr>
            <a:lvl8pPr lvl="7" rtl="0">
              <a:spcBef>
                <a:spcPts val="0"/>
              </a:spcBef>
              <a:spcAft>
                <a:spcPts val="0"/>
              </a:spcAft>
              <a:buSzPts val="2000"/>
              <a:buFont typeface="Hammersmith One"/>
              <a:buNone/>
              <a:defRPr sz="2000">
                <a:latin typeface="Hammersmith One"/>
                <a:ea typeface="Hammersmith One"/>
                <a:cs typeface="Hammersmith One"/>
                <a:sym typeface="Hammersmith One"/>
              </a:defRPr>
            </a:lvl8pPr>
            <a:lvl9pPr lvl="8" rtl="0">
              <a:spcBef>
                <a:spcPts val="0"/>
              </a:spcBef>
              <a:spcAft>
                <a:spcPts val="0"/>
              </a:spcAft>
              <a:buSzPts val="2000"/>
              <a:buFont typeface="Hammersmith One"/>
              <a:buNone/>
              <a:defRPr sz="2000">
                <a:latin typeface="Hammersmith One"/>
                <a:ea typeface="Hammersmith One"/>
                <a:cs typeface="Hammersmith One"/>
                <a:sym typeface="Hammersmith One"/>
              </a:defRPr>
            </a:lvl9pPr>
          </a:lstStyle>
          <a:p>
            <a:endParaRPr/>
          </a:p>
        </p:txBody>
      </p:sp>
      <p:sp>
        <p:nvSpPr>
          <p:cNvPr id="279" name="Google Shape;279;p14"/>
          <p:cNvSpPr txBox="1">
            <a:spLocks noGrp="1"/>
          </p:cNvSpPr>
          <p:nvPr>
            <p:ph type="subTitle" idx="7"/>
          </p:nvPr>
        </p:nvSpPr>
        <p:spPr>
          <a:xfrm>
            <a:off x="945650" y="2130000"/>
            <a:ext cx="2701500" cy="591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0" name="Google Shape;280;p14"/>
          <p:cNvSpPr txBox="1">
            <a:spLocks noGrp="1"/>
          </p:cNvSpPr>
          <p:nvPr>
            <p:ph type="subTitle" idx="8"/>
          </p:nvPr>
        </p:nvSpPr>
        <p:spPr>
          <a:xfrm>
            <a:off x="4027952" y="2130000"/>
            <a:ext cx="2669400" cy="591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1" name="Google Shape;281;p14">
            <a:hlinkClick r:id="rId2" action="ppaction://hlinksldjump"/>
          </p:cNvPr>
          <p:cNvSpPr txBox="1">
            <a:spLocks noGrp="1"/>
          </p:cNvSpPr>
          <p:nvPr>
            <p:ph type="title" idx="9" hasCustomPrompt="1"/>
          </p:nvPr>
        </p:nvSpPr>
        <p:spPr>
          <a:xfrm>
            <a:off x="945650" y="1363850"/>
            <a:ext cx="846000" cy="411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33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82" name="Google Shape;282;p14">
            <a:hlinkClick r:id="rId3" action="ppaction://hlinksldjump"/>
          </p:cNvPr>
          <p:cNvSpPr txBox="1">
            <a:spLocks noGrp="1"/>
          </p:cNvSpPr>
          <p:nvPr>
            <p:ph type="title" idx="13" hasCustomPrompt="1"/>
          </p:nvPr>
        </p:nvSpPr>
        <p:spPr>
          <a:xfrm>
            <a:off x="4024200" y="1363850"/>
            <a:ext cx="846000" cy="411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33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83" name="Google Shape;283;p14">
            <a:hlinkClick r:id="" action="ppaction://noaction"/>
          </p:cNvPr>
          <p:cNvSpPr txBox="1">
            <a:spLocks noGrp="1"/>
          </p:cNvSpPr>
          <p:nvPr>
            <p:ph type="title" idx="14" hasCustomPrompt="1"/>
          </p:nvPr>
        </p:nvSpPr>
        <p:spPr>
          <a:xfrm>
            <a:off x="945650" y="2918848"/>
            <a:ext cx="846000" cy="411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33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284" name="Google Shape;284;p14">
            <a:hlinkClick r:id="" action="ppaction://noaction"/>
          </p:cNvPr>
          <p:cNvSpPr txBox="1">
            <a:spLocks noGrp="1"/>
          </p:cNvSpPr>
          <p:nvPr>
            <p:ph type="title" idx="15" hasCustomPrompt="1"/>
          </p:nvPr>
        </p:nvSpPr>
        <p:spPr>
          <a:xfrm>
            <a:off x="4024200" y="2918848"/>
            <a:ext cx="846000" cy="411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3300">
                <a:solidFill>
                  <a:schemeClr val="accen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32_1">
    <p:spTree>
      <p:nvGrpSpPr>
        <p:cNvPr id="1" name="Shape 500"/>
        <p:cNvGrpSpPr/>
        <p:nvPr/>
      </p:nvGrpSpPr>
      <p:grpSpPr>
        <a:xfrm>
          <a:off x="0" y="0"/>
          <a:ext cx="0" cy="0"/>
          <a:chOff x="0" y="0"/>
          <a:chExt cx="0" cy="0"/>
        </a:xfrm>
      </p:grpSpPr>
      <p:sp>
        <p:nvSpPr>
          <p:cNvPr id="501" name="Google Shape;501;p22"/>
          <p:cNvSpPr/>
          <p:nvPr/>
        </p:nvSpPr>
        <p:spPr>
          <a:xfrm rot="-1690000">
            <a:off x="4770052" y="3432202"/>
            <a:ext cx="4311133" cy="2652327"/>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2"/>
          <p:cNvSpPr/>
          <p:nvPr/>
        </p:nvSpPr>
        <p:spPr>
          <a:xfrm rot="-8976185">
            <a:off x="-892229" y="695729"/>
            <a:ext cx="3210901" cy="319758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3" name="Google Shape;503;p22"/>
          <p:cNvGrpSpPr/>
          <p:nvPr/>
        </p:nvGrpSpPr>
        <p:grpSpPr>
          <a:xfrm>
            <a:off x="5420243" y="-954594"/>
            <a:ext cx="2270935" cy="2260334"/>
            <a:chOff x="6762468" y="1386456"/>
            <a:chExt cx="2270935" cy="2260334"/>
          </a:xfrm>
        </p:grpSpPr>
        <p:sp>
          <p:nvSpPr>
            <p:cNvPr id="504" name="Google Shape;504;p22"/>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2"/>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2"/>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2"/>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2"/>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2"/>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2"/>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2"/>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2"/>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2"/>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2"/>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2"/>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2"/>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2"/>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2"/>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2"/>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2"/>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2"/>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2"/>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2"/>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2"/>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2"/>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2"/>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2"/>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2"/>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2"/>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2"/>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2"/>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2"/>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2"/>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2"/>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 name="Google Shape;537;p22"/>
          <p:cNvSpPr txBox="1">
            <a:spLocks noGrp="1"/>
          </p:cNvSpPr>
          <p:nvPr>
            <p:ph type="title"/>
          </p:nvPr>
        </p:nvSpPr>
        <p:spPr>
          <a:xfrm>
            <a:off x="1569450" y="1152050"/>
            <a:ext cx="6005100" cy="151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3600">
                <a:solidFill>
                  <a:schemeClr val="accent2"/>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538" name="Google Shape;538;p22"/>
          <p:cNvSpPr txBox="1">
            <a:spLocks noGrp="1"/>
          </p:cNvSpPr>
          <p:nvPr>
            <p:ph type="subTitle" idx="1"/>
          </p:nvPr>
        </p:nvSpPr>
        <p:spPr>
          <a:xfrm>
            <a:off x="1569450" y="2756350"/>
            <a:ext cx="60051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24_1">
    <p:spTree>
      <p:nvGrpSpPr>
        <p:cNvPr id="1" name="Shape 539"/>
        <p:cNvGrpSpPr/>
        <p:nvPr/>
      </p:nvGrpSpPr>
      <p:grpSpPr>
        <a:xfrm>
          <a:off x="0" y="0"/>
          <a:ext cx="0" cy="0"/>
          <a:chOff x="0" y="0"/>
          <a:chExt cx="0" cy="0"/>
        </a:xfrm>
      </p:grpSpPr>
      <p:sp>
        <p:nvSpPr>
          <p:cNvPr id="540" name="Google Shape;540;p23"/>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41" name="Google Shape;541;p23"/>
          <p:cNvSpPr txBox="1">
            <a:spLocks noGrp="1"/>
          </p:cNvSpPr>
          <p:nvPr>
            <p:ph type="subTitle" idx="1"/>
          </p:nvPr>
        </p:nvSpPr>
        <p:spPr>
          <a:xfrm>
            <a:off x="713250" y="1123450"/>
            <a:ext cx="7717500" cy="3442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800"/>
              <a:buAutoNum type="arabicPeriod"/>
              <a:defRPr sz="1600"/>
            </a:lvl1pPr>
            <a:lvl2pPr lvl="1">
              <a:spcBef>
                <a:spcPts val="0"/>
              </a:spcBef>
              <a:spcAft>
                <a:spcPts val="0"/>
              </a:spcAft>
              <a:buClr>
                <a:schemeClr val="accent1"/>
              </a:buClr>
              <a:buSzPts val="1400"/>
              <a:buAutoNum type="alphaLcPeriod"/>
              <a:defRPr sz="1600"/>
            </a:lvl2pPr>
            <a:lvl3pPr lvl="2">
              <a:spcBef>
                <a:spcPts val="0"/>
              </a:spcBef>
              <a:spcAft>
                <a:spcPts val="0"/>
              </a:spcAft>
              <a:buSzPts val="1400"/>
              <a:buAutoNum type="romanLcPeriod"/>
              <a:defRPr/>
            </a:lvl3pPr>
            <a:lvl4pPr lvl="3">
              <a:spcBef>
                <a:spcPts val="0"/>
              </a:spcBef>
              <a:spcAft>
                <a:spcPts val="0"/>
              </a:spcAft>
              <a:buSzPts val="1400"/>
              <a:buAutoNum type="arabicPeriod"/>
              <a:defRPr/>
            </a:lvl4pPr>
            <a:lvl5pPr lvl="4">
              <a:spcBef>
                <a:spcPts val="0"/>
              </a:spcBef>
              <a:spcAft>
                <a:spcPts val="0"/>
              </a:spcAft>
              <a:buSzPts val="1400"/>
              <a:buAutoNum type="alphaLcPeriod"/>
              <a:defRPr/>
            </a:lvl5pPr>
            <a:lvl6pPr lvl="5">
              <a:spcBef>
                <a:spcPts val="0"/>
              </a:spcBef>
              <a:spcAft>
                <a:spcPts val="0"/>
              </a:spcAft>
              <a:buSzPts val="1400"/>
              <a:buAutoNum type="romanLcPeriod"/>
              <a:defRPr/>
            </a:lvl6pPr>
            <a:lvl7pPr lvl="6">
              <a:spcBef>
                <a:spcPts val="0"/>
              </a:spcBef>
              <a:spcAft>
                <a:spcPts val="0"/>
              </a:spcAft>
              <a:buSzPts val="1400"/>
              <a:buAutoNum type="arabicPeriod"/>
              <a:defRPr/>
            </a:lvl7pPr>
            <a:lvl8pPr lvl="7">
              <a:spcBef>
                <a:spcPts val="0"/>
              </a:spcBef>
              <a:spcAft>
                <a:spcPts val="0"/>
              </a:spcAft>
              <a:buSzPts val="1400"/>
              <a:buAutoNum type="alphaLcPeriod"/>
              <a:defRPr/>
            </a:lvl8pPr>
            <a:lvl9pPr lvl="8">
              <a:spcBef>
                <a:spcPts val="0"/>
              </a:spcBef>
              <a:spcAft>
                <a:spcPts val="0"/>
              </a:spcAft>
              <a:buSzPts val="1400"/>
              <a:buAutoNum type="romanLcPeriod"/>
              <a:defRPr/>
            </a:lvl9pPr>
          </a:lstStyle>
          <a:p>
            <a:endParaRPr/>
          </a:p>
        </p:txBody>
      </p:sp>
      <p:sp>
        <p:nvSpPr>
          <p:cNvPr id="542" name="Google Shape;542;p23"/>
          <p:cNvSpPr/>
          <p:nvPr/>
        </p:nvSpPr>
        <p:spPr>
          <a:xfrm>
            <a:off x="-598400" y="3985675"/>
            <a:ext cx="1844545" cy="1627040"/>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3"/>
          <p:cNvSpPr/>
          <p:nvPr/>
        </p:nvSpPr>
        <p:spPr>
          <a:xfrm rot="7619243">
            <a:off x="7150868" y="2766901"/>
            <a:ext cx="3210914" cy="319760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4" name="Google Shape;544;p23"/>
          <p:cNvGrpSpPr/>
          <p:nvPr/>
        </p:nvGrpSpPr>
        <p:grpSpPr>
          <a:xfrm>
            <a:off x="7295305" y="-672969"/>
            <a:ext cx="2270935" cy="2260334"/>
            <a:chOff x="6762468" y="1386456"/>
            <a:chExt cx="2270935" cy="2260334"/>
          </a:xfrm>
        </p:grpSpPr>
        <p:sp>
          <p:nvSpPr>
            <p:cNvPr id="545" name="Google Shape;545;p2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2 ">
  <p:cSld name="CUSTOM_37_1_1">
    <p:spTree>
      <p:nvGrpSpPr>
        <p:cNvPr id="1" name="Shape 818"/>
        <p:cNvGrpSpPr/>
        <p:nvPr/>
      </p:nvGrpSpPr>
      <p:grpSpPr>
        <a:xfrm>
          <a:off x="0" y="0"/>
          <a:ext cx="0" cy="0"/>
          <a:chOff x="0" y="0"/>
          <a:chExt cx="0" cy="0"/>
        </a:xfrm>
      </p:grpSpPr>
      <p:sp>
        <p:nvSpPr>
          <p:cNvPr id="819" name="Google Shape;819;p33"/>
          <p:cNvSpPr/>
          <p:nvPr/>
        </p:nvSpPr>
        <p:spPr>
          <a:xfrm rot="-4971949">
            <a:off x="6499451" y="687059"/>
            <a:ext cx="4547689" cy="413109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3"/>
          <p:cNvSpPr/>
          <p:nvPr/>
        </p:nvSpPr>
        <p:spPr>
          <a:xfrm rot="9475593">
            <a:off x="-1974698" y="-446077"/>
            <a:ext cx="4047145" cy="2489949"/>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3"/>
          <p:cNvSpPr txBox="1">
            <a:spLocks noGrp="1"/>
          </p:cNvSpPr>
          <p:nvPr>
            <p:ph type="title"/>
          </p:nvPr>
        </p:nvSpPr>
        <p:spPr>
          <a:xfrm>
            <a:off x="713225" y="528150"/>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22" name="Google Shape;822;p33"/>
          <p:cNvSpPr txBox="1">
            <a:spLocks noGrp="1"/>
          </p:cNvSpPr>
          <p:nvPr>
            <p:ph type="subTitle" idx="1"/>
          </p:nvPr>
        </p:nvSpPr>
        <p:spPr>
          <a:xfrm>
            <a:off x="713225" y="1091875"/>
            <a:ext cx="6264300" cy="3431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400"/>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47">
    <p:spTree>
      <p:nvGrpSpPr>
        <p:cNvPr id="1" name="Shape 949"/>
        <p:cNvGrpSpPr/>
        <p:nvPr/>
      </p:nvGrpSpPr>
      <p:grpSpPr>
        <a:xfrm>
          <a:off x="0" y="0"/>
          <a:ext cx="0" cy="0"/>
          <a:chOff x="0" y="0"/>
          <a:chExt cx="0" cy="0"/>
        </a:xfrm>
      </p:grpSpPr>
      <p:grpSp>
        <p:nvGrpSpPr>
          <p:cNvPr id="950" name="Google Shape;950;p38"/>
          <p:cNvGrpSpPr/>
          <p:nvPr/>
        </p:nvGrpSpPr>
        <p:grpSpPr>
          <a:xfrm flipH="1">
            <a:off x="6914055" y="-80449"/>
            <a:ext cx="2277317" cy="5304377"/>
            <a:chOff x="224725" y="566950"/>
            <a:chExt cx="1850875" cy="4311100"/>
          </a:xfrm>
        </p:grpSpPr>
        <p:sp>
          <p:nvSpPr>
            <p:cNvPr id="951" name="Google Shape;951;p38"/>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8"/>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8"/>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8"/>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8"/>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8"/>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8"/>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8"/>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8"/>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8"/>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8"/>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8"/>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8"/>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8"/>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8"/>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8"/>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8"/>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8"/>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8"/>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8"/>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8"/>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8"/>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8"/>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8"/>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5" name="Google Shape;975;p38"/>
          <p:cNvSpPr/>
          <p:nvPr/>
        </p:nvSpPr>
        <p:spPr>
          <a:xfrm rot="5400000" flipH="1">
            <a:off x="-2397294" y="-774472"/>
            <a:ext cx="5570538" cy="362945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8"/>
          <p:cNvSpPr/>
          <p:nvPr/>
        </p:nvSpPr>
        <p:spPr>
          <a:xfrm rot="-7977677">
            <a:off x="6626195" y="2407944"/>
            <a:ext cx="1601627" cy="1536805"/>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8"/>
          <p:cNvSpPr/>
          <p:nvPr/>
        </p:nvSpPr>
        <p:spPr>
          <a:xfrm rot="667591">
            <a:off x="5320685" y="2755692"/>
            <a:ext cx="1938907" cy="330573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8"/>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9" name="Google Shape;979;p38"/>
          <p:cNvSpPr txBox="1">
            <a:spLocks noGrp="1"/>
          </p:cNvSpPr>
          <p:nvPr>
            <p:ph type="subTitle" idx="1"/>
          </p:nvPr>
        </p:nvSpPr>
        <p:spPr>
          <a:xfrm>
            <a:off x="1613400" y="1323950"/>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0" name="Google Shape;980;p38"/>
          <p:cNvSpPr txBox="1">
            <a:spLocks noGrp="1"/>
          </p:cNvSpPr>
          <p:nvPr>
            <p:ph type="subTitle" idx="2"/>
          </p:nvPr>
        </p:nvSpPr>
        <p:spPr>
          <a:xfrm>
            <a:off x="1613400" y="2377655"/>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1" name="Google Shape;981;p38"/>
          <p:cNvSpPr txBox="1">
            <a:spLocks noGrp="1"/>
          </p:cNvSpPr>
          <p:nvPr>
            <p:ph type="subTitle" idx="3"/>
          </p:nvPr>
        </p:nvSpPr>
        <p:spPr>
          <a:xfrm>
            <a:off x="1613400" y="1791690"/>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82" name="Google Shape;982;p38"/>
          <p:cNvSpPr txBox="1">
            <a:spLocks noGrp="1"/>
          </p:cNvSpPr>
          <p:nvPr>
            <p:ph type="subTitle" idx="4"/>
          </p:nvPr>
        </p:nvSpPr>
        <p:spPr>
          <a:xfrm>
            <a:off x="1613400" y="2845395"/>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983" name="Google Shape;983;p38"/>
          <p:cNvSpPr txBox="1">
            <a:spLocks noGrp="1"/>
          </p:cNvSpPr>
          <p:nvPr>
            <p:ph type="subTitle" idx="5"/>
          </p:nvPr>
        </p:nvSpPr>
        <p:spPr>
          <a:xfrm>
            <a:off x="1613400" y="3431360"/>
            <a:ext cx="3573300" cy="454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84" name="Google Shape;984;p38"/>
          <p:cNvSpPr txBox="1">
            <a:spLocks noGrp="1"/>
          </p:cNvSpPr>
          <p:nvPr>
            <p:ph type="subTitle" idx="6"/>
          </p:nvPr>
        </p:nvSpPr>
        <p:spPr>
          <a:xfrm>
            <a:off x="1613400" y="3899100"/>
            <a:ext cx="35733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5">
  <p:cSld name="CUSTOM_16">
    <p:spTree>
      <p:nvGrpSpPr>
        <p:cNvPr id="1" name="Shape 1201"/>
        <p:cNvGrpSpPr/>
        <p:nvPr/>
      </p:nvGrpSpPr>
      <p:grpSpPr>
        <a:xfrm>
          <a:off x="0" y="0"/>
          <a:ext cx="0" cy="0"/>
          <a:chOff x="0" y="0"/>
          <a:chExt cx="0" cy="0"/>
        </a:xfrm>
      </p:grpSpPr>
      <p:sp>
        <p:nvSpPr>
          <p:cNvPr id="1202" name="Google Shape;1202;p47"/>
          <p:cNvSpPr/>
          <p:nvPr/>
        </p:nvSpPr>
        <p:spPr>
          <a:xfrm rot="5575585">
            <a:off x="-1934287" y="-969252"/>
            <a:ext cx="4436755" cy="3714245"/>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7"/>
          <p:cNvSpPr/>
          <p:nvPr/>
        </p:nvSpPr>
        <p:spPr>
          <a:xfrm>
            <a:off x="4971452" y="887873"/>
            <a:ext cx="5492180" cy="3689245"/>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7"/>
          <p:cNvSpPr/>
          <p:nvPr/>
        </p:nvSpPr>
        <p:spPr>
          <a:xfrm rot="-7977666">
            <a:off x="3954029" y="4656032"/>
            <a:ext cx="1233331" cy="1183416"/>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7"/>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2">
  <p:cSld name="CUSTOM_8">
    <p:spTree>
      <p:nvGrpSpPr>
        <p:cNvPr id="1" name="Shape 1318"/>
        <p:cNvGrpSpPr/>
        <p:nvPr/>
      </p:nvGrpSpPr>
      <p:grpSpPr>
        <a:xfrm>
          <a:off x="0" y="0"/>
          <a:ext cx="0" cy="0"/>
          <a:chOff x="0" y="0"/>
          <a:chExt cx="0" cy="0"/>
        </a:xfrm>
      </p:grpSpPr>
      <p:sp>
        <p:nvSpPr>
          <p:cNvPr id="1319" name="Google Shape;1319;p58"/>
          <p:cNvSpPr/>
          <p:nvPr/>
        </p:nvSpPr>
        <p:spPr>
          <a:xfrm rot="-7977683">
            <a:off x="1484724" y="1516400"/>
            <a:ext cx="1554661" cy="1491741"/>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8"/>
          <p:cNvSpPr/>
          <p:nvPr/>
        </p:nvSpPr>
        <p:spPr>
          <a:xfrm rot="288619" flipH="1">
            <a:off x="-1415244" y="1158707"/>
            <a:ext cx="4829256" cy="494005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58"/>
          <p:cNvSpPr/>
          <p:nvPr/>
        </p:nvSpPr>
        <p:spPr>
          <a:xfrm rot="-8533595">
            <a:off x="7105388" y="-706575"/>
            <a:ext cx="1938828" cy="330559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58"/>
          <p:cNvSpPr/>
          <p:nvPr/>
        </p:nvSpPr>
        <p:spPr>
          <a:xfrm>
            <a:off x="6970750" y="2154714"/>
            <a:ext cx="1460036" cy="19068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3" name="Google Shape;1323;p58"/>
          <p:cNvGrpSpPr/>
          <p:nvPr/>
        </p:nvGrpSpPr>
        <p:grpSpPr>
          <a:xfrm>
            <a:off x="6247704" y="2777002"/>
            <a:ext cx="1830972" cy="1822411"/>
            <a:chOff x="2414491" y="671177"/>
            <a:chExt cx="1830972" cy="1822411"/>
          </a:xfrm>
        </p:grpSpPr>
        <p:sp>
          <p:nvSpPr>
            <p:cNvPr id="1324" name="Google Shape;1324;p5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5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5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5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5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5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5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5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5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5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5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5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5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8" name="Google Shape;1358;p58">
            <a:hlinkClick r:id="" action="ppaction://noaction"/>
          </p:cNvPr>
          <p:cNvSpPr txBox="1">
            <a:spLocks noGrp="1"/>
          </p:cNvSpPr>
          <p:nvPr>
            <p:ph type="title"/>
          </p:nvPr>
        </p:nvSpPr>
        <p:spPr>
          <a:xfrm>
            <a:off x="2019300" y="1960425"/>
            <a:ext cx="5105400" cy="1213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59" name="Google Shape;1359;p58"/>
          <p:cNvSpPr txBox="1">
            <a:spLocks noGrp="1"/>
          </p:cNvSpPr>
          <p:nvPr>
            <p:ph type="title" idx="2" hasCustomPrompt="1"/>
          </p:nvPr>
        </p:nvSpPr>
        <p:spPr>
          <a:xfrm>
            <a:off x="2019300" y="914400"/>
            <a:ext cx="5105400" cy="1213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75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
    <p:spTree>
      <p:nvGrpSpPr>
        <p:cNvPr id="1" name="Shape 1551"/>
        <p:cNvGrpSpPr/>
        <p:nvPr/>
      </p:nvGrpSpPr>
      <p:grpSpPr>
        <a:xfrm>
          <a:off x="0" y="0"/>
          <a:ext cx="0" cy="0"/>
          <a:chOff x="0" y="0"/>
          <a:chExt cx="0" cy="0"/>
        </a:xfrm>
      </p:grpSpPr>
      <p:sp>
        <p:nvSpPr>
          <p:cNvPr id="1552" name="Google Shape;1552;p63"/>
          <p:cNvSpPr/>
          <p:nvPr/>
        </p:nvSpPr>
        <p:spPr>
          <a:xfrm rot="288678" flipH="1">
            <a:off x="-1270417" y="553336"/>
            <a:ext cx="4658411" cy="4765187"/>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63"/>
          <p:cNvSpPr/>
          <p:nvPr/>
        </p:nvSpPr>
        <p:spPr>
          <a:xfrm>
            <a:off x="1334050" y="1127073"/>
            <a:ext cx="1522302" cy="1342795"/>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4" name="Google Shape;1554;p63"/>
          <p:cNvGrpSpPr/>
          <p:nvPr/>
        </p:nvGrpSpPr>
        <p:grpSpPr>
          <a:xfrm>
            <a:off x="5119018" y="713081"/>
            <a:ext cx="2270935" cy="2260334"/>
            <a:chOff x="6762468" y="1386456"/>
            <a:chExt cx="2270935" cy="2260334"/>
          </a:xfrm>
        </p:grpSpPr>
        <p:sp>
          <p:nvSpPr>
            <p:cNvPr id="1555" name="Google Shape;1555;p6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6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6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6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6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6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6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6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6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6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6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6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6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6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6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6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6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6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6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6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6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6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6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6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6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6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6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6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6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6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6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6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6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8" name="Google Shape;1588;p63"/>
          <p:cNvSpPr/>
          <p:nvPr/>
        </p:nvSpPr>
        <p:spPr>
          <a:xfrm rot="-1848056" flipH="1">
            <a:off x="7756025" y="2517986"/>
            <a:ext cx="1938888" cy="3305698"/>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4">
    <p:spTree>
      <p:nvGrpSpPr>
        <p:cNvPr id="1" name="Shape 1618"/>
        <p:cNvGrpSpPr/>
        <p:nvPr/>
      </p:nvGrpSpPr>
      <p:grpSpPr>
        <a:xfrm>
          <a:off x="0" y="0"/>
          <a:ext cx="0" cy="0"/>
          <a:chOff x="0" y="0"/>
          <a:chExt cx="0" cy="0"/>
        </a:xfrm>
      </p:grpSpPr>
      <p:grpSp>
        <p:nvGrpSpPr>
          <p:cNvPr id="1619" name="Google Shape;1619;p65"/>
          <p:cNvGrpSpPr/>
          <p:nvPr/>
        </p:nvGrpSpPr>
        <p:grpSpPr>
          <a:xfrm rot="-4412986">
            <a:off x="6233427" y="1978854"/>
            <a:ext cx="2523466" cy="2406919"/>
            <a:chOff x="616550" y="744600"/>
            <a:chExt cx="936200" cy="893025"/>
          </a:xfrm>
        </p:grpSpPr>
        <p:sp>
          <p:nvSpPr>
            <p:cNvPr id="1620" name="Google Shape;1620;p65"/>
            <p:cNvSpPr/>
            <p:nvPr/>
          </p:nvSpPr>
          <p:spPr>
            <a:xfrm>
              <a:off x="616550" y="744600"/>
              <a:ext cx="936200" cy="893025"/>
            </a:xfrm>
            <a:custGeom>
              <a:avLst/>
              <a:gdLst/>
              <a:ahLst/>
              <a:cxnLst/>
              <a:rect l="l" t="t" r="r" b="b"/>
              <a:pathLst>
                <a:path w="37448" h="35721" extrusionOk="0">
                  <a:moveTo>
                    <a:pt x="21003" y="1"/>
                  </a:moveTo>
                  <a:cubicBezTo>
                    <a:pt x="20950" y="1"/>
                    <a:pt x="20897" y="16"/>
                    <a:pt x="20852" y="46"/>
                  </a:cubicBezTo>
                  <a:lnTo>
                    <a:pt x="18177" y="2356"/>
                  </a:lnTo>
                  <a:cubicBezTo>
                    <a:pt x="18177" y="2356"/>
                    <a:pt x="18146" y="2387"/>
                    <a:pt x="18146" y="2387"/>
                  </a:cubicBezTo>
                  <a:lnTo>
                    <a:pt x="91" y="26946"/>
                  </a:lnTo>
                  <a:cubicBezTo>
                    <a:pt x="0" y="27068"/>
                    <a:pt x="61" y="27220"/>
                    <a:pt x="182" y="27281"/>
                  </a:cubicBezTo>
                  <a:lnTo>
                    <a:pt x="2523" y="28436"/>
                  </a:lnTo>
                  <a:lnTo>
                    <a:pt x="15654" y="35700"/>
                  </a:lnTo>
                  <a:cubicBezTo>
                    <a:pt x="15692" y="35713"/>
                    <a:pt x="15735" y="35720"/>
                    <a:pt x="15776" y="35720"/>
                  </a:cubicBezTo>
                  <a:cubicBezTo>
                    <a:pt x="15835" y="35720"/>
                    <a:pt x="15892" y="35705"/>
                    <a:pt x="15927" y="35670"/>
                  </a:cubicBezTo>
                  <a:cubicBezTo>
                    <a:pt x="16657" y="35092"/>
                    <a:pt x="20274" y="32083"/>
                    <a:pt x="25320" y="27433"/>
                  </a:cubicBezTo>
                  <a:cubicBezTo>
                    <a:pt x="30730" y="22417"/>
                    <a:pt x="37204" y="14666"/>
                    <a:pt x="37204" y="14666"/>
                  </a:cubicBezTo>
                  <a:cubicBezTo>
                    <a:pt x="37448" y="14454"/>
                    <a:pt x="37448" y="14089"/>
                    <a:pt x="37204" y="13876"/>
                  </a:cubicBezTo>
                  <a:cubicBezTo>
                    <a:pt x="36779" y="13451"/>
                    <a:pt x="35867" y="12600"/>
                    <a:pt x="34286" y="11171"/>
                  </a:cubicBezTo>
                  <a:cubicBezTo>
                    <a:pt x="31824" y="9013"/>
                    <a:pt x="22493" y="1171"/>
                    <a:pt x="21155" y="46"/>
                  </a:cubicBezTo>
                  <a:cubicBezTo>
                    <a:pt x="21110" y="16"/>
                    <a:pt x="21057" y="1"/>
                    <a:pt x="21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65"/>
            <p:cNvSpPr/>
            <p:nvPr/>
          </p:nvSpPr>
          <p:spPr>
            <a:xfrm>
              <a:off x="1118825" y="951075"/>
              <a:ext cx="191525" cy="163425"/>
            </a:xfrm>
            <a:custGeom>
              <a:avLst/>
              <a:gdLst/>
              <a:ahLst/>
              <a:cxnLst/>
              <a:rect l="l" t="t" r="r" b="b"/>
              <a:pathLst>
                <a:path w="7661" h="6537" extrusionOk="0">
                  <a:moveTo>
                    <a:pt x="426" y="0"/>
                  </a:moveTo>
                  <a:cubicBezTo>
                    <a:pt x="317" y="0"/>
                    <a:pt x="206" y="46"/>
                    <a:pt x="122" y="146"/>
                  </a:cubicBezTo>
                  <a:cubicBezTo>
                    <a:pt x="1" y="298"/>
                    <a:pt x="31" y="541"/>
                    <a:pt x="183" y="663"/>
                  </a:cubicBezTo>
                  <a:lnTo>
                    <a:pt x="6992" y="6468"/>
                  </a:lnTo>
                  <a:cubicBezTo>
                    <a:pt x="7052" y="6499"/>
                    <a:pt x="7144" y="6529"/>
                    <a:pt x="7235" y="6529"/>
                  </a:cubicBezTo>
                  <a:cubicBezTo>
                    <a:pt x="7251" y="6534"/>
                    <a:pt x="7268" y="6537"/>
                    <a:pt x="7286" y="6537"/>
                  </a:cubicBezTo>
                  <a:cubicBezTo>
                    <a:pt x="7368" y="6537"/>
                    <a:pt x="7464" y="6483"/>
                    <a:pt x="7539" y="6407"/>
                  </a:cubicBezTo>
                  <a:cubicBezTo>
                    <a:pt x="7660" y="6255"/>
                    <a:pt x="7630" y="6012"/>
                    <a:pt x="7478" y="5860"/>
                  </a:cubicBezTo>
                  <a:lnTo>
                    <a:pt x="669" y="85"/>
                  </a:lnTo>
                  <a:cubicBezTo>
                    <a:pt x="601" y="31"/>
                    <a:pt x="514" y="0"/>
                    <a:pt x="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65"/>
            <p:cNvSpPr/>
            <p:nvPr/>
          </p:nvSpPr>
          <p:spPr>
            <a:xfrm>
              <a:off x="1078550" y="994400"/>
              <a:ext cx="190750" cy="164750"/>
            </a:xfrm>
            <a:custGeom>
              <a:avLst/>
              <a:gdLst/>
              <a:ahLst/>
              <a:cxnLst/>
              <a:rect l="l" t="t" r="r" b="b"/>
              <a:pathLst>
                <a:path w="7630" h="6590" extrusionOk="0">
                  <a:moveTo>
                    <a:pt x="413" y="0"/>
                  </a:moveTo>
                  <a:cubicBezTo>
                    <a:pt x="308" y="0"/>
                    <a:pt x="206" y="45"/>
                    <a:pt x="122" y="146"/>
                  </a:cubicBezTo>
                  <a:cubicBezTo>
                    <a:pt x="1" y="298"/>
                    <a:pt x="1" y="541"/>
                    <a:pt x="153" y="662"/>
                  </a:cubicBezTo>
                  <a:lnTo>
                    <a:pt x="6931" y="6498"/>
                  </a:lnTo>
                  <a:cubicBezTo>
                    <a:pt x="7022" y="6559"/>
                    <a:pt x="7113" y="6589"/>
                    <a:pt x="7174" y="6589"/>
                  </a:cubicBezTo>
                  <a:cubicBezTo>
                    <a:pt x="7296" y="6589"/>
                    <a:pt x="7417" y="6529"/>
                    <a:pt x="7478" y="6437"/>
                  </a:cubicBezTo>
                  <a:cubicBezTo>
                    <a:pt x="7630" y="6285"/>
                    <a:pt x="7600" y="6042"/>
                    <a:pt x="7448" y="5921"/>
                  </a:cubicBezTo>
                  <a:lnTo>
                    <a:pt x="669" y="85"/>
                  </a:lnTo>
                  <a:cubicBezTo>
                    <a:pt x="587" y="30"/>
                    <a:pt x="499" y="0"/>
                    <a:pt x="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65"/>
            <p:cNvSpPr/>
            <p:nvPr/>
          </p:nvSpPr>
          <p:spPr>
            <a:xfrm>
              <a:off x="1041325" y="1033375"/>
              <a:ext cx="196075" cy="159975"/>
            </a:xfrm>
            <a:custGeom>
              <a:avLst/>
              <a:gdLst/>
              <a:ahLst/>
              <a:cxnLst/>
              <a:rect l="l" t="t" r="r" b="b"/>
              <a:pathLst>
                <a:path w="7843" h="6399" extrusionOk="0">
                  <a:moveTo>
                    <a:pt x="446" y="1"/>
                  </a:moveTo>
                  <a:cubicBezTo>
                    <a:pt x="335" y="1"/>
                    <a:pt x="223" y="48"/>
                    <a:pt x="152" y="137"/>
                  </a:cubicBezTo>
                  <a:cubicBezTo>
                    <a:pt x="0" y="319"/>
                    <a:pt x="31" y="532"/>
                    <a:pt x="213" y="684"/>
                  </a:cubicBezTo>
                  <a:lnTo>
                    <a:pt x="7174" y="6307"/>
                  </a:lnTo>
                  <a:cubicBezTo>
                    <a:pt x="7234" y="6368"/>
                    <a:pt x="7326" y="6398"/>
                    <a:pt x="7386" y="6398"/>
                  </a:cubicBezTo>
                  <a:cubicBezTo>
                    <a:pt x="7508" y="6398"/>
                    <a:pt x="7630" y="6337"/>
                    <a:pt x="7690" y="6246"/>
                  </a:cubicBezTo>
                  <a:cubicBezTo>
                    <a:pt x="7842" y="6094"/>
                    <a:pt x="7812" y="5851"/>
                    <a:pt x="7630" y="5729"/>
                  </a:cubicBezTo>
                  <a:lnTo>
                    <a:pt x="669" y="76"/>
                  </a:lnTo>
                  <a:cubicBezTo>
                    <a:pt x="606" y="25"/>
                    <a:pt x="526"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65"/>
            <p:cNvSpPr/>
            <p:nvPr/>
          </p:nvSpPr>
          <p:spPr>
            <a:xfrm>
              <a:off x="1007125" y="1070750"/>
              <a:ext cx="186950" cy="159825"/>
            </a:xfrm>
            <a:custGeom>
              <a:avLst/>
              <a:gdLst/>
              <a:ahLst/>
              <a:cxnLst/>
              <a:rect l="l" t="t" r="r" b="b"/>
              <a:pathLst>
                <a:path w="7478" h="6393" extrusionOk="0">
                  <a:moveTo>
                    <a:pt x="413" y="1"/>
                  </a:moveTo>
                  <a:cubicBezTo>
                    <a:pt x="307" y="1"/>
                    <a:pt x="206" y="48"/>
                    <a:pt x="122" y="131"/>
                  </a:cubicBezTo>
                  <a:cubicBezTo>
                    <a:pt x="0" y="283"/>
                    <a:pt x="0" y="526"/>
                    <a:pt x="183" y="678"/>
                  </a:cubicBezTo>
                  <a:lnTo>
                    <a:pt x="6809" y="6301"/>
                  </a:lnTo>
                  <a:cubicBezTo>
                    <a:pt x="6870" y="6362"/>
                    <a:pt x="6961" y="6393"/>
                    <a:pt x="7022" y="6393"/>
                  </a:cubicBezTo>
                  <a:cubicBezTo>
                    <a:pt x="7143" y="6393"/>
                    <a:pt x="7265" y="6362"/>
                    <a:pt x="7326" y="6271"/>
                  </a:cubicBezTo>
                  <a:cubicBezTo>
                    <a:pt x="7478" y="6119"/>
                    <a:pt x="7447" y="5876"/>
                    <a:pt x="7295" y="5724"/>
                  </a:cubicBezTo>
                  <a:lnTo>
                    <a:pt x="669" y="101"/>
                  </a:lnTo>
                  <a:cubicBezTo>
                    <a:pt x="587" y="32"/>
                    <a:pt x="499" y="1"/>
                    <a:pt x="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65"/>
          <p:cNvGrpSpPr/>
          <p:nvPr/>
        </p:nvGrpSpPr>
        <p:grpSpPr>
          <a:xfrm>
            <a:off x="1326404" y="500540"/>
            <a:ext cx="1830972" cy="1822411"/>
            <a:chOff x="2414491" y="671177"/>
            <a:chExt cx="1830972" cy="1822411"/>
          </a:xfrm>
        </p:grpSpPr>
        <p:sp>
          <p:nvSpPr>
            <p:cNvPr id="1626" name="Google Shape;1626;p6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6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6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6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6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6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6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6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6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6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6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6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6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6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6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6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6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6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6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6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6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6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6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6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6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6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6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6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6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6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6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6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6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6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65"/>
          <p:cNvGrpSpPr/>
          <p:nvPr/>
        </p:nvGrpSpPr>
        <p:grpSpPr>
          <a:xfrm rot="-969610">
            <a:off x="6880585" y="2461943"/>
            <a:ext cx="2217391" cy="2896369"/>
            <a:chOff x="6078061" y="1684347"/>
            <a:chExt cx="1743860" cy="2277840"/>
          </a:xfrm>
        </p:grpSpPr>
        <p:sp>
          <p:nvSpPr>
            <p:cNvPr id="1661" name="Google Shape;1661;p65"/>
            <p:cNvSpPr/>
            <p:nvPr/>
          </p:nvSpPr>
          <p:spPr>
            <a:xfrm>
              <a:off x="7384410" y="1684347"/>
              <a:ext cx="437511" cy="516459"/>
            </a:xfrm>
            <a:custGeom>
              <a:avLst/>
              <a:gdLst/>
              <a:ahLst/>
              <a:cxnLst/>
              <a:rect l="l" t="t" r="r" b="b"/>
              <a:pathLst>
                <a:path w="8490" h="10022" extrusionOk="0">
                  <a:moveTo>
                    <a:pt x="8405" y="0"/>
                  </a:moveTo>
                  <a:cubicBezTo>
                    <a:pt x="8396" y="0"/>
                    <a:pt x="8390" y="41"/>
                    <a:pt x="8390" y="41"/>
                  </a:cubicBezTo>
                  <a:cubicBezTo>
                    <a:pt x="8390" y="41"/>
                    <a:pt x="6535" y="1439"/>
                    <a:pt x="4043" y="1986"/>
                  </a:cubicBezTo>
                  <a:cubicBezTo>
                    <a:pt x="1551" y="2563"/>
                    <a:pt x="0" y="6636"/>
                    <a:pt x="487" y="8430"/>
                  </a:cubicBezTo>
                  <a:cubicBezTo>
                    <a:pt x="895" y="9870"/>
                    <a:pt x="1871" y="10021"/>
                    <a:pt x="2264" y="10021"/>
                  </a:cubicBezTo>
                  <a:cubicBezTo>
                    <a:pt x="2369" y="10021"/>
                    <a:pt x="2432" y="10010"/>
                    <a:pt x="2432" y="10010"/>
                  </a:cubicBezTo>
                  <a:cubicBezTo>
                    <a:pt x="2432" y="10010"/>
                    <a:pt x="8298" y="8794"/>
                    <a:pt x="8420" y="4053"/>
                  </a:cubicBezTo>
                  <a:cubicBezTo>
                    <a:pt x="8490" y="427"/>
                    <a:pt x="8435" y="0"/>
                    <a:pt x="8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5"/>
            <p:cNvSpPr/>
            <p:nvPr/>
          </p:nvSpPr>
          <p:spPr>
            <a:xfrm>
              <a:off x="6078061" y="2151644"/>
              <a:ext cx="1448939" cy="1810543"/>
            </a:xfrm>
            <a:custGeom>
              <a:avLst/>
              <a:gdLst/>
              <a:ahLst/>
              <a:cxnLst/>
              <a:rect l="l" t="t" r="r" b="b"/>
              <a:pathLst>
                <a:path w="28117" h="35134" extrusionOk="0">
                  <a:moveTo>
                    <a:pt x="26110" y="0"/>
                  </a:moveTo>
                  <a:cubicBezTo>
                    <a:pt x="26110" y="0"/>
                    <a:pt x="21247" y="3587"/>
                    <a:pt x="16353" y="10213"/>
                  </a:cubicBezTo>
                  <a:cubicBezTo>
                    <a:pt x="11429" y="16839"/>
                    <a:pt x="0" y="34256"/>
                    <a:pt x="1186" y="35107"/>
                  </a:cubicBezTo>
                  <a:cubicBezTo>
                    <a:pt x="1210" y="35125"/>
                    <a:pt x="1241" y="35134"/>
                    <a:pt x="1279" y="35134"/>
                  </a:cubicBezTo>
                  <a:cubicBezTo>
                    <a:pt x="3097" y="35134"/>
                    <a:pt x="20354" y="14791"/>
                    <a:pt x="24195" y="8420"/>
                  </a:cubicBezTo>
                  <a:cubicBezTo>
                    <a:pt x="28116" y="1915"/>
                    <a:pt x="27782" y="942"/>
                    <a:pt x="27782" y="942"/>
                  </a:cubicBezTo>
                  <a:lnTo>
                    <a:pt x="261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3" name="Google Shape;1663;p65"/>
          <p:cNvSpPr/>
          <p:nvPr/>
        </p:nvSpPr>
        <p:spPr>
          <a:xfrm rot="5400000">
            <a:off x="-1836150" y="1175258"/>
            <a:ext cx="4913539" cy="302294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65"/>
          <p:cNvSpPr/>
          <p:nvPr/>
        </p:nvSpPr>
        <p:spPr>
          <a:xfrm rot="-7977683">
            <a:off x="2160949" y="3164250"/>
            <a:ext cx="1554661" cy="1491741"/>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65"/>
          <p:cNvSpPr/>
          <p:nvPr/>
        </p:nvSpPr>
        <p:spPr>
          <a:xfrm rot="4742319" flipH="1">
            <a:off x="6790763" y="-645967"/>
            <a:ext cx="3210858" cy="319754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CUSTOM_5">
    <p:spTree>
      <p:nvGrpSpPr>
        <p:cNvPr id="1" name="Shape 1666"/>
        <p:cNvGrpSpPr/>
        <p:nvPr/>
      </p:nvGrpSpPr>
      <p:grpSpPr>
        <a:xfrm>
          <a:off x="0" y="0"/>
          <a:ext cx="0" cy="0"/>
          <a:chOff x="0" y="0"/>
          <a:chExt cx="0" cy="0"/>
        </a:xfrm>
      </p:grpSpPr>
      <p:sp>
        <p:nvSpPr>
          <p:cNvPr id="1667" name="Google Shape;1667;p66"/>
          <p:cNvSpPr/>
          <p:nvPr/>
        </p:nvSpPr>
        <p:spPr>
          <a:xfrm rot="288619" flipH="1">
            <a:off x="-1653681" y="1325314"/>
            <a:ext cx="4829256" cy="409761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66"/>
          <p:cNvSpPr/>
          <p:nvPr/>
        </p:nvSpPr>
        <p:spPr>
          <a:xfrm>
            <a:off x="7777725" y="671438"/>
            <a:ext cx="2264661" cy="19975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66"/>
          <p:cNvSpPr/>
          <p:nvPr/>
        </p:nvSpPr>
        <p:spPr>
          <a:xfrm rot="8226410">
            <a:off x="757957" y="-908700"/>
            <a:ext cx="1938898" cy="330571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0" name="Google Shape;1670;p66"/>
          <p:cNvGrpSpPr/>
          <p:nvPr/>
        </p:nvGrpSpPr>
        <p:grpSpPr>
          <a:xfrm rot="-3861937">
            <a:off x="6523183" y="1380139"/>
            <a:ext cx="2023570" cy="3313878"/>
            <a:chOff x="5754175" y="3922575"/>
            <a:chExt cx="682400" cy="1117525"/>
          </a:xfrm>
        </p:grpSpPr>
        <p:sp>
          <p:nvSpPr>
            <p:cNvPr id="1671" name="Google Shape;1671;p66"/>
            <p:cNvSpPr/>
            <p:nvPr/>
          </p:nvSpPr>
          <p:spPr>
            <a:xfrm>
              <a:off x="5754175" y="4953250"/>
              <a:ext cx="70700" cy="86850"/>
            </a:xfrm>
            <a:custGeom>
              <a:avLst/>
              <a:gdLst/>
              <a:ahLst/>
              <a:cxnLst/>
              <a:rect l="l" t="t" r="r" b="b"/>
              <a:pathLst>
                <a:path w="2828" h="3474" extrusionOk="0">
                  <a:moveTo>
                    <a:pt x="1855" y="1"/>
                  </a:moveTo>
                  <a:cubicBezTo>
                    <a:pt x="1855" y="1"/>
                    <a:pt x="0" y="3283"/>
                    <a:pt x="973" y="3466"/>
                  </a:cubicBezTo>
                  <a:cubicBezTo>
                    <a:pt x="1000" y="3471"/>
                    <a:pt x="1027" y="3473"/>
                    <a:pt x="1054" y="3473"/>
                  </a:cubicBezTo>
                  <a:cubicBezTo>
                    <a:pt x="1994" y="3473"/>
                    <a:pt x="2827" y="456"/>
                    <a:pt x="2827" y="456"/>
                  </a:cubicBezTo>
                  <a:lnTo>
                    <a:pt x="1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66"/>
            <p:cNvSpPr/>
            <p:nvPr/>
          </p:nvSpPr>
          <p:spPr>
            <a:xfrm>
              <a:off x="5768600" y="4780750"/>
              <a:ext cx="193050" cy="209925"/>
            </a:xfrm>
            <a:custGeom>
              <a:avLst/>
              <a:gdLst/>
              <a:ahLst/>
              <a:cxnLst/>
              <a:rect l="l" t="t" r="r" b="b"/>
              <a:pathLst>
                <a:path w="7722" h="8397" extrusionOk="0">
                  <a:moveTo>
                    <a:pt x="1065" y="1"/>
                  </a:moveTo>
                  <a:cubicBezTo>
                    <a:pt x="1065" y="1"/>
                    <a:pt x="1" y="7812"/>
                    <a:pt x="1156" y="8359"/>
                  </a:cubicBezTo>
                  <a:cubicBezTo>
                    <a:pt x="1208" y="8384"/>
                    <a:pt x="1269" y="8396"/>
                    <a:pt x="1338" y="8396"/>
                  </a:cubicBezTo>
                  <a:cubicBezTo>
                    <a:pt x="2789" y="8396"/>
                    <a:pt x="7721" y="3131"/>
                    <a:pt x="7721" y="3131"/>
                  </a:cubicBez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66"/>
            <p:cNvSpPr/>
            <p:nvPr/>
          </p:nvSpPr>
          <p:spPr>
            <a:xfrm>
              <a:off x="5795200" y="4343050"/>
              <a:ext cx="389100" cy="516000"/>
            </a:xfrm>
            <a:custGeom>
              <a:avLst/>
              <a:gdLst/>
              <a:ahLst/>
              <a:cxnLst/>
              <a:rect l="l" t="t" r="r" b="b"/>
              <a:pathLst>
                <a:path w="15564" h="20640" extrusionOk="0">
                  <a:moveTo>
                    <a:pt x="8329" y="1"/>
                  </a:moveTo>
                  <a:cubicBezTo>
                    <a:pt x="8329" y="1"/>
                    <a:pt x="7296" y="1399"/>
                    <a:pt x="5715" y="5047"/>
                  </a:cubicBezTo>
                  <a:cubicBezTo>
                    <a:pt x="4104" y="8694"/>
                    <a:pt x="1" y="17509"/>
                    <a:pt x="1" y="17509"/>
                  </a:cubicBezTo>
                  <a:lnTo>
                    <a:pt x="6657" y="20639"/>
                  </a:lnTo>
                  <a:cubicBezTo>
                    <a:pt x="6657" y="20639"/>
                    <a:pt x="7387" y="19728"/>
                    <a:pt x="9636" y="15381"/>
                  </a:cubicBezTo>
                  <a:cubicBezTo>
                    <a:pt x="12281" y="10305"/>
                    <a:pt x="15563" y="3010"/>
                    <a:pt x="15563" y="3010"/>
                  </a:cubicBezTo>
                  <a:lnTo>
                    <a:pt x="8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66"/>
            <p:cNvSpPr/>
            <p:nvPr/>
          </p:nvSpPr>
          <p:spPr>
            <a:xfrm>
              <a:off x="6003425" y="3922575"/>
              <a:ext cx="433150" cy="579525"/>
            </a:xfrm>
            <a:custGeom>
              <a:avLst/>
              <a:gdLst/>
              <a:ahLst/>
              <a:cxnLst/>
              <a:rect l="l" t="t" r="r" b="b"/>
              <a:pathLst>
                <a:path w="17326" h="23181" extrusionOk="0">
                  <a:moveTo>
                    <a:pt x="11816" y="1"/>
                  </a:moveTo>
                  <a:cubicBezTo>
                    <a:pt x="10345" y="1"/>
                    <a:pt x="8903" y="821"/>
                    <a:pt x="8085" y="2200"/>
                  </a:cubicBezTo>
                  <a:cubicBezTo>
                    <a:pt x="6535" y="4814"/>
                    <a:pt x="0" y="16820"/>
                    <a:pt x="0" y="16820"/>
                  </a:cubicBezTo>
                  <a:lnTo>
                    <a:pt x="7234" y="19829"/>
                  </a:lnTo>
                  <a:cubicBezTo>
                    <a:pt x="7234" y="19829"/>
                    <a:pt x="13515" y="6181"/>
                    <a:pt x="13978" y="6181"/>
                  </a:cubicBezTo>
                  <a:cubicBezTo>
                    <a:pt x="13979" y="6181"/>
                    <a:pt x="13981" y="6181"/>
                    <a:pt x="13982" y="6181"/>
                  </a:cubicBezTo>
                  <a:cubicBezTo>
                    <a:pt x="14469" y="6273"/>
                    <a:pt x="8237" y="17276"/>
                    <a:pt x="8481" y="20619"/>
                  </a:cubicBezTo>
                  <a:cubicBezTo>
                    <a:pt x="8589" y="22468"/>
                    <a:pt x="9616" y="23180"/>
                    <a:pt x="10214" y="23180"/>
                  </a:cubicBezTo>
                  <a:cubicBezTo>
                    <a:pt x="10451" y="23180"/>
                    <a:pt x="10621" y="23068"/>
                    <a:pt x="10639" y="22869"/>
                  </a:cubicBezTo>
                  <a:cubicBezTo>
                    <a:pt x="10730" y="22109"/>
                    <a:pt x="8845" y="21835"/>
                    <a:pt x="9757" y="19130"/>
                  </a:cubicBezTo>
                  <a:cubicBezTo>
                    <a:pt x="12493" y="10802"/>
                    <a:pt x="17326" y="5300"/>
                    <a:pt x="15411" y="2169"/>
                  </a:cubicBezTo>
                  <a:cubicBezTo>
                    <a:pt x="14477" y="660"/>
                    <a:pt x="13135" y="1"/>
                    <a:pt x="118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4">
  <p:cSld name="CUSTOM_39">
    <p:spTree>
      <p:nvGrpSpPr>
        <p:cNvPr id="1" name="Shape 1675"/>
        <p:cNvGrpSpPr/>
        <p:nvPr/>
      </p:nvGrpSpPr>
      <p:grpSpPr>
        <a:xfrm>
          <a:off x="0" y="0"/>
          <a:ext cx="0" cy="0"/>
          <a:chOff x="0" y="0"/>
          <a:chExt cx="0" cy="0"/>
        </a:xfrm>
      </p:grpSpPr>
      <p:sp>
        <p:nvSpPr>
          <p:cNvPr id="1676" name="Google Shape;1676;p67"/>
          <p:cNvSpPr/>
          <p:nvPr/>
        </p:nvSpPr>
        <p:spPr>
          <a:xfrm rot="10511381">
            <a:off x="-1265831" y="-734711"/>
            <a:ext cx="4829256" cy="409761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67"/>
          <p:cNvSpPr/>
          <p:nvPr/>
        </p:nvSpPr>
        <p:spPr>
          <a:xfrm rot="-10501983">
            <a:off x="1509091" y="1907610"/>
            <a:ext cx="1554685" cy="149176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67"/>
          <p:cNvSpPr/>
          <p:nvPr/>
        </p:nvSpPr>
        <p:spPr>
          <a:xfrm rot="-8951944">
            <a:off x="6375575" y="-475064"/>
            <a:ext cx="1938888" cy="3305698"/>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67"/>
          <p:cNvSpPr/>
          <p:nvPr/>
        </p:nvSpPr>
        <p:spPr>
          <a:xfrm rot="9803796" flipH="1">
            <a:off x="6385819" y="2177042"/>
            <a:ext cx="3403937" cy="338982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0" name="Google Shape;1680;p67"/>
          <p:cNvGrpSpPr/>
          <p:nvPr/>
        </p:nvGrpSpPr>
        <p:grpSpPr>
          <a:xfrm rot="10800000" flipH="1">
            <a:off x="2190691" y="1431495"/>
            <a:ext cx="1696762" cy="1688828"/>
            <a:chOff x="2414491" y="671177"/>
            <a:chExt cx="1830972" cy="1822411"/>
          </a:xfrm>
        </p:grpSpPr>
        <p:sp>
          <p:nvSpPr>
            <p:cNvPr id="1681" name="Google Shape;1681;p67"/>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67"/>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7"/>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67"/>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67"/>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67"/>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67"/>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67"/>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67"/>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7"/>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67"/>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67"/>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67"/>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67"/>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67"/>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67"/>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7"/>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7"/>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7"/>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67"/>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7"/>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7"/>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7"/>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7"/>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7"/>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7"/>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7"/>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7"/>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7"/>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67"/>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7"/>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7"/>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7"/>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7"/>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4250" y="445025"/>
            <a:ext cx="8055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7" name="Google Shape;7;p1"/>
          <p:cNvSpPr txBox="1">
            <a:spLocks noGrp="1"/>
          </p:cNvSpPr>
          <p:nvPr>
            <p:ph type="body" idx="1"/>
          </p:nvPr>
        </p:nvSpPr>
        <p:spPr>
          <a:xfrm>
            <a:off x="544250" y="1152475"/>
            <a:ext cx="8055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8" r:id="rId4"/>
    <p:sldLayoutId id="2147483659" r:id="rId5"/>
    <p:sldLayoutId id="2147483660" r:id="rId6"/>
    <p:sldLayoutId id="2147483668" r:id="rId7"/>
    <p:sldLayoutId id="2147483669" r:id="rId8"/>
    <p:sldLayoutId id="2147483679" r:id="rId9"/>
    <p:sldLayoutId id="2147483684" r:id="rId10"/>
    <p:sldLayoutId id="2147483693" r:id="rId11"/>
    <p:sldLayoutId id="2147483704" r:id="rId12"/>
    <p:sldLayoutId id="2147483709" r:id="rId13"/>
    <p:sldLayoutId id="2147483711" r:id="rId14"/>
    <p:sldLayoutId id="2147483712" r:id="rId15"/>
    <p:sldLayoutId id="2147483713" r:id="rId16"/>
  </p:sldLayoutIdLst>
  <mc:AlternateContent xmlns:mc="http://schemas.openxmlformats.org/markup-compatibility/2006" xmlns:p14="http://schemas.microsoft.com/office/powerpoint/2010/main">
    <mc:Choice Requires="p14">
      <p:transition spd="slow">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file:///G:\My%20Drive\Diagrams\er.drawio" TargetMode="External"/><Relationship Id="rId2" Type="http://schemas.openxmlformats.org/officeDocument/2006/relationships/hyperlink" Target="https://tinyurl.com/38x28c6c" TargetMode="Externa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hyperlink" Target="https://tinyurl.com/ypm9nvze" TargetMode="External"/><Relationship Id="rId2" Type="http://schemas.openxmlformats.org/officeDocument/2006/relationships/hyperlink" Target="https://tinyurl.com/85pr3bx9" TargetMode="Externa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tinyurl.com/22cpjk8w" TargetMode="External"/><Relationship Id="rId4" Type="http://schemas.openxmlformats.org/officeDocument/2006/relationships/hyperlink" Target="https://tinyurl.com/3ytjf49v"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tinyurl.com/mr2395vc" TargetMode="External"/><Relationship Id="rId7" Type="http://schemas.openxmlformats.org/officeDocument/2006/relationships/image" Target="../media/image1.png"/><Relationship Id="rId2" Type="http://schemas.openxmlformats.org/officeDocument/2006/relationships/hyperlink" Target="file:///G:\My%20Drive\Diagrams\Customer%20Sequence.drawio" TargetMode="External"/><Relationship Id="rId1" Type="http://schemas.openxmlformats.org/officeDocument/2006/relationships/slideLayout" Target="../slideLayouts/slideLayout3.xml"/><Relationship Id="rId6" Type="http://schemas.openxmlformats.org/officeDocument/2006/relationships/hyperlink" Target="https://tinyurl.com/2jph348r" TargetMode="External"/><Relationship Id="rId5" Type="http://schemas.openxmlformats.org/officeDocument/2006/relationships/hyperlink" Target="https://tinyurl.com/5698m66v" TargetMode="External"/><Relationship Id="rId4" Type="http://schemas.openxmlformats.org/officeDocument/2006/relationships/hyperlink" Target="https://tinyurl.com/4fewjn69"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inyurl.com/5n929df2"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tinyurl.com/4c266bpe" TargetMode="External"/><Relationship Id="rId2" Type="http://schemas.openxmlformats.org/officeDocument/2006/relationships/hyperlink" Target="https://tinyurl.com/bdz552pd" TargetMode="Externa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tinyurl.com/58u3r3d9" TargetMode="External"/><Relationship Id="rId4" Type="http://schemas.openxmlformats.org/officeDocument/2006/relationships/hyperlink" Target="https://tinyurl.com/3wjtsuzp"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diagram%20img/seller.jpg" TargetMode="External"/><Relationship Id="rId2" Type="http://schemas.openxmlformats.org/officeDocument/2006/relationships/hyperlink" Target="diagram%20img/customer.jpg" TargetMode="Externa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diagram%20img/admin.jpg" TargetMode="External"/><Relationship Id="rId4" Type="http://schemas.openxmlformats.org/officeDocument/2006/relationships/hyperlink" Target="diagram%20img/Dp.jpg"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tinyurl.com/3ett3b4n" TargetMode="External"/><Relationship Id="rId2" Type="http://schemas.openxmlformats.org/officeDocument/2006/relationships/hyperlink" Target="https://tinyurl.com/y9y82se8" TargetMode="Externa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tinyurl.com/bd6k34k4" TargetMode="External"/><Relationship Id="rId4" Type="http://schemas.openxmlformats.org/officeDocument/2006/relationships/hyperlink" Target="https://tinyurl.com/437zf66h"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inyurl.com/phabtrsa"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jpe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e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4"/>
        <p:cNvGrpSpPr/>
        <p:nvPr/>
      </p:nvGrpSpPr>
      <p:grpSpPr>
        <a:xfrm>
          <a:off x="0" y="0"/>
          <a:ext cx="0" cy="0"/>
          <a:chOff x="0" y="0"/>
          <a:chExt cx="0" cy="0"/>
        </a:xfrm>
      </p:grpSpPr>
      <p:sp>
        <p:nvSpPr>
          <p:cNvPr id="2005" name="Google Shape;2005;p83"/>
          <p:cNvSpPr txBox="1">
            <a:spLocks noGrp="1"/>
          </p:cNvSpPr>
          <p:nvPr>
            <p:ph type="ctrTitle"/>
          </p:nvPr>
        </p:nvSpPr>
        <p:spPr>
          <a:xfrm>
            <a:off x="1445019" y="914400"/>
            <a:ext cx="6577800" cy="10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accent2"/>
                </a:solidFill>
              </a:rPr>
              <a:t>StyleSurfer</a:t>
            </a:r>
            <a:endParaRPr dirty="0">
              <a:solidFill>
                <a:schemeClr val="accent2"/>
              </a:solidFill>
            </a:endParaRPr>
          </a:p>
        </p:txBody>
      </p:sp>
      <p:sp>
        <p:nvSpPr>
          <p:cNvPr id="2006" name="Google Shape;2006;p83"/>
          <p:cNvSpPr txBox="1">
            <a:spLocks noGrp="1"/>
          </p:cNvSpPr>
          <p:nvPr>
            <p:ph type="subTitle" idx="1"/>
          </p:nvPr>
        </p:nvSpPr>
        <p:spPr>
          <a:xfrm>
            <a:off x="1625994" y="1761750"/>
            <a:ext cx="6577800" cy="45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1800" dirty="0"/>
              <a:t>Bringing affordable &amp; Sustainable fashion to everyone</a:t>
            </a:r>
          </a:p>
        </p:txBody>
      </p:sp>
      <p:sp>
        <p:nvSpPr>
          <p:cNvPr id="2" name="Google Shape;2006;p83">
            <a:extLst>
              <a:ext uri="{FF2B5EF4-FFF2-40B4-BE49-F238E27FC236}">
                <a16:creationId xmlns:a16="http://schemas.microsoft.com/office/drawing/2014/main" id="{E0B643FB-D132-69E8-34C2-D970678B40FE}"/>
              </a:ext>
            </a:extLst>
          </p:cNvPr>
          <p:cNvSpPr txBox="1">
            <a:spLocks/>
          </p:cNvSpPr>
          <p:nvPr/>
        </p:nvSpPr>
        <p:spPr>
          <a:xfrm>
            <a:off x="3671709" y="2820928"/>
            <a:ext cx="6577800" cy="17150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2800"/>
              <a:buFont typeface="Manjari"/>
              <a:buNone/>
              <a:defRPr sz="1500" b="0" i="0" u="none" strike="noStrike" cap="none">
                <a:solidFill>
                  <a:schemeClr val="accent2"/>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6pPr>
            <a:lvl7pPr marL="3200400" marR="0" lvl="6"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9pPr>
          </a:lstStyle>
          <a:p>
            <a:pPr marL="0" indent="0">
              <a:buClr>
                <a:schemeClr val="dk1"/>
              </a:buClr>
              <a:buSzPts val="1100"/>
              <a:buFont typeface="Arial"/>
              <a:buNone/>
            </a:pPr>
            <a:r>
              <a:rPr lang="en-US" sz="2000" b="1" dirty="0"/>
              <a:t>Prepared By :- </a:t>
            </a:r>
          </a:p>
          <a:p>
            <a:pPr marL="0" indent="0">
              <a:buClr>
                <a:schemeClr val="dk1"/>
              </a:buClr>
              <a:buSzPts val="1100"/>
              <a:buFont typeface="Arial"/>
              <a:buNone/>
            </a:pPr>
            <a:r>
              <a:rPr lang="en-US" sz="1800" b="1" dirty="0"/>
              <a:t>Harshad Soyaliya – 92200938212</a:t>
            </a:r>
          </a:p>
          <a:p>
            <a:pPr marL="0" indent="0">
              <a:buClr>
                <a:schemeClr val="dk1"/>
              </a:buClr>
              <a:buSzPts val="1100"/>
              <a:buFont typeface="Arial"/>
              <a:buNone/>
            </a:pPr>
            <a:r>
              <a:rPr lang="en-US" sz="1800" b="1" dirty="0"/>
              <a:t>Purav Chauhan – 92200938220</a:t>
            </a:r>
          </a:p>
          <a:p>
            <a:pPr marL="0" indent="0">
              <a:buClr>
                <a:schemeClr val="dk1"/>
              </a:buClr>
              <a:buSzPts val="1100"/>
              <a:buFont typeface="Arial"/>
              <a:buNone/>
            </a:pPr>
            <a:r>
              <a:rPr lang="en-US" sz="1800" b="1" dirty="0"/>
              <a:t>Mansi Kadvani – 92200938221</a:t>
            </a:r>
          </a:p>
          <a:p>
            <a:pPr marL="0" indent="0">
              <a:buClr>
                <a:schemeClr val="dk1"/>
              </a:buClr>
              <a:buSzPts val="1100"/>
              <a:buFont typeface="Arial"/>
              <a:buNone/>
            </a:pPr>
            <a:r>
              <a:rPr lang="en-US" sz="1800" b="1" dirty="0"/>
              <a:t>Bhumika Kanzariya – 92200938234</a:t>
            </a:r>
          </a:p>
          <a:p>
            <a:pPr marL="0" indent="0">
              <a:buClr>
                <a:schemeClr val="dk1"/>
              </a:buClr>
              <a:buSzPts val="1100"/>
              <a:buFont typeface="Arial"/>
              <a:buNone/>
            </a:pPr>
            <a:r>
              <a:rPr lang="en-US" sz="1800" b="1" dirty="0"/>
              <a:t>Jay Kaneriya - 92200938239</a:t>
            </a:r>
          </a:p>
        </p:txBody>
      </p:sp>
      <p:pic>
        <p:nvPicPr>
          <p:cNvPr id="3" name="Picture 2">
            <a:extLst>
              <a:ext uri="{FF2B5EF4-FFF2-40B4-BE49-F238E27FC236}">
                <a16:creationId xmlns:a16="http://schemas.microsoft.com/office/drawing/2014/main" id="{5C7A8E79-2484-49F6-F1B4-02C59CF14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7" name="TextBox 2006"/>
          <p:cNvSpPr txBox="1"/>
          <p:nvPr/>
        </p:nvSpPr>
        <p:spPr>
          <a:xfrm>
            <a:off x="8144000" y="4643500"/>
            <a:ext cx="500000" cy="500000"/>
          </a:xfrm>
          <a:prstGeom prst="rect">
            <a:avLst/>
          </a:prstGeom>
          <a:noFill/>
        </p:spPr>
        <p:txBody>
          <a:bodyPr wrap="none">
            <a:spAutoFit/>
          </a:bodyPr>
          <a:lstStyle/>
          <a:p>
            <a:r>
              <a:t>1</a:t>
            </a:r>
          </a:p>
        </p:txBody>
      </p:sp>
      <p:sp>
        <p:nvSpPr>
          <p:cNvPr id="4" name="Google Shape;2006;p83">
            <a:extLst>
              <a:ext uri="{FF2B5EF4-FFF2-40B4-BE49-F238E27FC236}">
                <a16:creationId xmlns:a16="http://schemas.microsoft.com/office/drawing/2014/main" id="{08904C7B-E91F-4649-A2BC-7EFBFA292DC2}"/>
              </a:ext>
            </a:extLst>
          </p:cNvPr>
          <p:cNvSpPr txBox="1">
            <a:spLocks/>
          </p:cNvSpPr>
          <p:nvPr/>
        </p:nvSpPr>
        <p:spPr>
          <a:xfrm>
            <a:off x="-1413139" y="3565973"/>
            <a:ext cx="6577800" cy="17150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2800"/>
              <a:buFont typeface="Manjari"/>
              <a:buNone/>
              <a:defRPr sz="1500" b="0" i="0" u="none" strike="noStrike" cap="none">
                <a:solidFill>
                  <a:schemeClr val="accent2"/>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6pPr>
            <a:lvl7pPr marL="3200400" marR="0" lvl="6"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accent2"/>
              </a:buClr>
              <a:buSzPts val="2800"/>
              <a:buFont typeface="Manjari"/>
              <a:buNone/>
              <a:defRPr sz="2800" b="0" i="0" u="none" strike="noStrike" cap="none">
                <a:solidFill>
                  <a:schemeClr val="accent2"/>
                </a:solidFill>
                <a:latin typeface="Manjari"/>
                <a:ea typeface="Manjari"/>
                <a:cs typeface="Manjari"/>
                <a:sym typeface="Manjari"/>
              </a:defRPr>
            </a:lvl9pPr>
          </a:lstStyle>
          <a:p>
            <a:pPr marL="0" indent="0">
              <a:buClr>
                <a:schemeClr val="dk1"/>
              </a:buClr>
              <a:buSzPts val="1100"/>
              <a:buFont typeface="Arial"/>
              <a:buNone/>
            </a:pPr>
            <a:r>
              <a:rPr lang="en-US" sz="2000" b="1" dirty="0"/>
              <a:t>Guided By :- </a:t>
            </a:r>
          </a:p>
          <a:p>
            <a:pPr marL="0" indent="0">
              <a:buClr>
                <a:schemeClr val="dk1"/>
              </a:buClr>
              <a:buSzPts val="1100"/>
              <a:buFont typeface="Arial"/>
              <a:buNone/>
            </a:pPr>
            <a:r>
              <a:rPr lang="en-US" sz="1800" b="1" dirty="0"/>
              <a:t>Prof. Foram N Chovatiya</a:t>
            </a:r>
          </a:p>
          <a:p>
            <a:pPr marL="0" indent="0">
              <a:buClr>
                <a:schemeClr val="dk1"/>
              </a:buClr>
              <a:buSzPts val="1100"/>
              <a:buFont typeface="Arial"/>
              <a:buNone/>
            </a:pPr>
            <a:r>
              <a:rPr lang="en-US" sz="1800" b="1" dirty="0"/>
              <a:t>Designation : 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8F98D5-B0EF-6F69-C89A-990EFB6EA725}"/>
              </a:ext>
            </a:extLst>
          </p:cNvPr>
          <p:cNvSpPr>
            <a:spLocks noGrp="1"/>
          </p:cNvSpPr>
          <p:nvPr>
            <p:ph type="title" idx="2"/>
          </p:nvPr>
        </p:nvSpPr>
        <p:spPr>
          <a:xfrm>
            <a:off x="1104900" y="0"/>
            <a:ext cx="5105400" cy="1213800"/>
          </a:xfrm>
        </p:spPr>
        <p:txBody>
          <a:bodyPr/>
          <a:lstStyle/>
          <a:p>
            <a:r>
              <a:rPr lang="en-US" sz="6000" dirty="0"/>
              <a:t>Content</a:t>
            </a:r>
          </a:p>
        </p:txBody>
      </p:sp>
      <p:sp>
        <p:nvSpPr>
          <p:cNvPr id="4" name="Google Shape;2025;p85">
            <a:extLst>
              <a:ext uri="{FF2B5EF4-FFF2-40B4-BE49-F238E27FC236}">
                <a16:creationId xmlns:a16="http://schemas.microsoft.com/office/drawing/2014/main" id="{8C79566E-9956-FFB0-0884-0607BBE3F665}"/>
              </a:ext>
            </a:extLst>
          </p:cNvPr>
          <p:cNvSpPr txBox="1">
            <a:spLocks/>
          </p:cNvSpPr>
          <p:nvPr/>
        </p:nvSpPr>
        <p:spPr>
          <a:xfrm>
            <a:off x="2328421" y="873350"/>
            <a:ext cx="636884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Abstract</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Objectives</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Problems</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Methods</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System Design ( Diagrams )</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Results</a:t>
            </a:r>
          </a:p>
          <a:p>
            <a:pPr marL="285750" indent="-285750" algn="just">
              <a:lnSpc>
                <a:spcPct val="150000"/>
              </a:lnSpc>
              <a:spcBef>
                <a:spcPts val="600"/>
              </a:spcBef>
              <a:spcAft>
                <a:spcPts val="600"/>
              </a:spcAft>
              <a:buFont typeface="Courier New" panose="02070309020205020404" pitchFamily="49" charset="0"/>
              <a:buChar char="o"/>
            </a:pPr>
            <a:r>
              <a:rPr lang="en-US" sz="1800" dirty="0">
                <a:latin typeface="Calibri" panose="020F0502020204030204" pitchFamily="34" charset="0"/>
                <a:ea typeface="Calibri" panose="020F0502020204030204" pitchFamily="34" charset="0"/>
                <a:cs typeface="Shruti" panose="020B0502040204020203" pitchFamily="34" charset="0"/>
              </a:rPr>
              <a:t>Future Plans</a:t>
            </a:r>
          </a:p>
        </p:txBody>
      </p:sp>
      <p:sp>
        <p:nvSpPr>
          <p:cNvPr id="5" name="TextBox 4"/>
          <p:cNvSpPr txBox="1"/>
          <p:nvPr/>
        </p:nvSpPr>
        <p:spPr>
          <a:xfrm>
            <a:off x="8144000" y="4643500"/>
            <a:ext cx="500000" cy="500000"/>
          </a:xfrm>
          <a:prstGeom prst="rect">
            <a:avLst/>
          </a:prstGeom>
          <a:noFill/>
        </p:spPr>
        <p:txBody>
          <a:bodyPr wrap="none">
            <a:spAutoFit/>
          </a:bodyPr>
          <a:lstStyle/>
          <a:p>
            <a:r>
              <a:t>2</a:t>
            </a:r>
          </a:p>
        </p:txBody>
      </p:sp>
    </p:spTree>
    <p:extLst>
      <p:ext uri="{BB962C8B-B14F-4D97-AF65-F5344CB8AC3E}">
        <p14:creationId xmlns:p14="http://schemas.microsoft.com/office/powerpoint/2010/main" val="269956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1"/>
        <p:cNvGrpSpPr/>
        <p:nvPr/>
      </p:nvGrpSpPr>
      <p:grpSpPr>
        <a:xfrm>
          <a:off x="0" y="0"/>
          <a:ext cx="0" cy="0"/>
          <a:chOff x="0" y="0"/>
          <a:chExt cx="0" cy="0"/>
        </a:xfrm>
      </p:grpSpPr>
      <p:sp>
        <p:nvSpPr>
          <p:cNvPr id="3" name="Google Shape;2090;p92">
            <a:extLst>
              <a:ext uri="{FF2B5EF4-FFF2-40B4-BE49-F238E27FC236}">
                <a16:creationId xmlns:a16="http://schemas.microsoft.com/office/drawing/2014/main" id="{60919A4B-3E7F-3806-9C3D-B883E40467A8}"/>
              </a:ext>
            </a:extLst>
          </p:cNvPr>
          <p:cNvSpPr txBox="1">
            <a:spLocks/>
          </p:cNvSpPr>
          <p:nvPr/>
        </p:nvSpPr>
        <p:spPr>
          <a:xfrm>
            <a:off x="2095500" y="1964850"/>
            <a:ext cx="5105400" cy="1213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5400" b="1" dirty="0">
                <a:solidFill>
                  <a:schemeClr val="accent2"/>
                </a:solidFill>
                <a:latin typeface="Hammersmith One" panose="02010703030501060504" pitchFamily="2" charset="0"/>
              </a:rPr>
              <a:t>Abstract</a:t>
            </a:r>
            <a:r>
              <a:rPr lang="en-US" dirty="0">
                <a:solidFill>
                  <a:schemeClr val="accent2"/>
                </a:solidFill>
              </a:rPr>
              <a:t> </a:t>
            </a:r>
          </a:p>
        </p:txBody>
      </p:sp>
      <p:pic>
        <p:nvPicPr>
          <p:cNvPr id="5" name="Picture 4">
            <a:extLst>
              <a:ext uri="{FF2B5EF4-FFF2-40B4-BE49-F238E27FC236}">
                <a16:creationId xmlns:a16="http://schemas.microsoft.com/office/drawing/2014/main" id="{5725A911-92DA-8075-910C-D66D01D5D7B1}"/>
              </a:ext>
            </a:extLst>
          </p:cNvPr>
          <p:cNvPicPr>
            <a:picLocks noChangeAspect="1"/>
          </p:cNvPicPr>
          <p:nvPr/>
        </p:nvPicPr>
        <p:blipFill>
          <a:blip r:embed="rId3"/>
          <a:stretch>
            <a:fillRect/>
          </a:stretch>
        </p:blipFill>
        <p:spPr>
          <a:xfrm>
            <a:off x="3962400" y="3178650"/>
            <a:ext cx="1371600" cy="57150"/>
          </a:xfrm>
          <a:prstGeom prst="rect">
            <a:avLst/>
          </a:prstGeom>
        </p:spPr>
      </p:pic>
      <p:pic>
        <p:nvPicPr>
          <p:cNvPr id="6" name="Picture 5">
            <a:extLst>
              <a:ext uri="{FF2B5EF4-FFF2-40B4-BE49-F238E27FC236}">
                <a16:creationId xmlns:a16="http://schemas.microsoft.com/office/drawing/2014/main" id="{F784A321-B2BD-9525-8421-D6049BD990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144000" y="4643500"/>
            <a:ext cx="500000" cy="500000"/>
          </a:xfrm>
          <a:prstGeom prst="rect">
            <a:avLst/>
          </a:prstGeom>
          <a:noFill/>
        </p:spPr>
        <p:txBody>
          <a:bodyPr wrap="none">
            <a:spAutoFit/>
          </a:bodyPr>
          <a:lstStyle/>
          <a:p>
            <a: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6"/>
        <p:cNvGrpSpPr/>
        <p:nvPr/>
      </p:nvGrpSpPr>
      <p:grpSpPr>
        <a:xfrm>
          <a:off x="0" y="0"/>
          <a:ext cx="0" cy="0"/>
          <a:chOff x="0" y="0"/>
          <a:chExt cx="0" cy="0"/>
        </a:xfrm>
      </p:grpSpPr>
      <p:sp>
        <p:nvSpPr>
          <p:cNvPr id="2025" name="Google Shape;2025;p85"/>
          <p:cNvSpPr txBox="1">
            <a:spLocks noGrp="1"/>
          </p:cNvSpPr>
          <p:nvPr>
            <p:ph type="subTitle" idx="8"/>
          </p:nvPr>
        </p:nvSpPr>
        <p:spPr>
          <a:xfrm>
            <a:off x="352469" y="873350"/>
            <a:ext cx="8439062" cy="3396800"/>
          </a:xfrm>
          <a:prstGeom prst="rect">
            <a:avLst/>
          </a:prstGeom>
        </p:spPr>
        <p:txBody>
          <a:bodyPr spcFirstLastPara="1" wrap="square" lIns="91425" tIns="91425" rIns="91425" bIns="91425" anchor="t" anchorCtr="0">
            <a:noAutofit/>
          </a:bodyPr>
          <a:lstStyle/>
          <a:p>
            <a:pPr algn="just">
              <a:lnSpc>
                <a:spcPct val="150000"/>
              </a:lnSpc>
              <a:spcBef>
                <a:spcPts val="600"/>
              </a:spcBef>
              <a:spcAft>
                <a:spcPts val="600"/>
              </a:spcAft>
            </a:pPr>
            <a:r>
              <a:rPr lang="en-US" sz="1800" dirty="0">
                <a:effectLst/>
                <a:latin typeface="Arial" panose="020B0604020202020204" pitchFamily="34" charset="0"/>
                <a:ea typeface="Calibri" panose="020F0502020204030204" pitchFamily="34" charset="0"/>
                <a:cs typeface="Shruti" panose="020B0502040204020203" pitchFamily="34" charset="0"/>
              </a:rPr>
              <a:t>     StyleSurfer is an affordable and eco-friendly fashion rental platform that lets people wear stylish, high-quality clothes without buying them. Based in Rajkot, it helps reduce fashion waste by encouraging reuse, making trendy and premium outfits more accessible to everyone. </a:t>
            </a:r>
            <a:endParaRPr lang="en-US" sz="1800" dirty="0">
              <a:latin typeface="Arial" panose="020B0604020202020204" pitchFamily="34" charset="0"/>
              <a:ea typeface="Calibri" panose="020F0502020204030204" pitchFamily="34" charset="0"/>
              <a:cs typeface="Shruti" panose="020B0502040204020203" pitchFamily="34" charset="0"/>
            </a:endParaRPr>
          </a:p>
          <a:p>
            <a:pPr algn="just">
              <a:lnSpc>
                <a:spcPct val="150000"/>
              </a:lnSpc>
              <a:spcBef>
                <a:spcPts val="600"/>
              </a:spcBef>
              <a:spcAft>
                <a:spcPts val="600"/>
              </a:spcAft>
            </a:pPr>
            <a:r>
              <a:rPr lang="en-US" sz="1800" i="1" dirty="0">
                <a:effectLst/>
                <a:latin typeface="Arial" panose="020B0604020202020204" pitchFamily="34" charset="0"/>
                <a:ea typeface="Calibri" panose="020F0502020204030204" pitchFamily="34" charset="0"/>
                <a:cs typeface="Shruti" panose="020B0502040204020203" pitchFamily="34" charset="0"/>
              </a:rPr>
              <a:t>      Built using Python and Django for the backend and HTML, CSS, Bootstrap, and JavaScript for the website, StyleSurfer ensures a smooth and user-friendly experience.</a:t>
            </a:r>
            <a:endParaRPr lang="en-US" sz="18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50000"/>
              </a:lnSpc>
              <a:spcBef>
                <a:spcPts val="600"/>
              </a:spcBef>
              <a:spcAft>
                <a:spcPts val="600"/>
              </a:spcAft>
            </a:pPr>
            <a:endParaRPr lang="en-US" sz="18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2" name="Picture 1">
            <a:extLst>
              <a:ext uri="{FF2B5EF4-FFF2-40B4-BE49-F238E27FC236}">
                <a16:creationId xmlns:a16="http://schemas.microsoft.com/office/drawing/2014/main" id="{3AC59A55-D43B-F2FD-92CE-9D21E1D4C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6" name="TextBox 2025"/>
          <p:cNvSpPr txBox="1"/>
          <p:nvPr/>
        </p:nvSpPr>
        <p:spPr>
          <a:xfrm>
            <a:off x="8144000" y="4643500"/>
            <a:ext cx="500000" cy="500000"/>
          </a:xfrm>
          <a:prstGeom prst="rect">
            <a:avLst/>
          </a:prstGeom>
          <a:noFill/>
        </p:spPr>
        <p:txBody>
          <a:bodyPr wrap="none">
            <a:spAutoFit/>
          </a:bodyP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6">
          <a:extLst>
            <a:ext uri="{FF2B5EF4-FFF2-40B4-BE49-F238E27FC236}">
              <a16:creationId xmlns:a16="http://schemas.microsoft.com/office/drawing/2014/main" id="{2F44706E-7441-5816-5E3D-97C5100E8AA5}"/>
            </a:ext>
          </a:extLst>
        </p:cNvPr>
        <p:cNvGrpSpPr/>
        <p:nvPr/>
      </p:nvGrpSpPr>
      <p:grpSpPr>
        <a:xfrm>
          <a:off x="0" y="0"/>
          <a:ext cx="0" cy="0"/>
          <a:chOff x="0" y="0"/>
          <a:chExt cx="0" cy="0"/>
        </a:xfrm>
      </p:grpSpPr>
      <p:sp>
        <p:nvSpPr>
          <p:cNvPr id="2025" name="Google Shape;2025;p85">
            <a:extLst>
              <a:ext uri="{FF2B5EF4-FFF2-40B4-BE49-F238E27FC236}">
                <a16:creationId xmlns:a16="http://schemas.microsoft.com/office/drawing/2014/main" id="{3EDF28E9-8B4B-DB21-1E88-F32AE9DF8E77}"/>
              </a:ext>
            </a:extLst>
          </p:cNvPr>
          <p:cNvSpPr txBox="1">
            <a:spLocks noGrp="1"/>
          </p:cNvSpPr>
          <p:nvPr>
            <p:ph type="subTitle" idx="8"/>
          </p:nvPr>
        </p:nvSpPr>
        <p:spPr>
          <a:xfrm>
            <a:off x="352469" y="845449"/>
            <a:ext cx="8439062" cy="3926575"/>
          </a:xfrm>
          <a:prstGeom prst="rect">
            <a:avLst/>
          </a:prstGeom>
        </p:spPr>
        <p:txBody>
          <a:bodyPr spcFirstLastPara="1" wrap="square" lIns="91425" tIns="91425" rIns="91425" bIns="91425" anchor="t" anchorCtr="0">
            <a:noAutofit/>
          </a:bodyPr>
          <a:lstStyle/>
          <a:p>
            <a:pPr algn="just">
              <a:lnSpc>
                <a:spcPct val="150000"/>
              </a:lnSpc>
              <a:spcBef>
                <a:spcPts val="600"/>
              </a:spcBef>
              <a:spcAft>
                <a:spcPts val="600"/>
              </a:spcAft>
            </a:pPr>
            <a:r>
              <a:rPr lang="en-US" sz="1800" i="1" dirty="0">
                <a:effectLst/>
                <a:latin typeface="+mj-lt"/>
                <a:ea typeface="Calibri" panose="020F0502020204030204" pitchFamily="34" charset="0"/>
                <a:cs typeface="Shruti" panose="020B0502040204020203" pitchFamily="34" charset="0"/>
              </a:rPr>
              <a:t>     Customers can easily sign up, manage their profiles, browse outfits with advanced filters, and rent clothes with flexible options like extended rentals and damage protection. Unique features like the Buy Back option (where users can make a request to customized outfits and if they want to return then they can in fixed duration), Reselling (where pre-rented outfits are sold at a discount), a fun Spin-to-Win discount game. Sellers can list and manage products, track sales, and receive secure payments, while delivery partners get automated order assignments, an easy-to-use dashboard, and navigation support for smooth deliveries.</a:t>
            </a:r>
            <a:endParaRPr lang="en-US" sz="1800" dirty="0">
              <a:effectLst/>
              <a:latin typeface="+mj-lt"/>
              <a:ea typeface="Calibri" panose="020F0502020204030204" pitchFamily="34" charset="0"/>
              <a:cs typeface="Shruti" panose="020B0502040204020203" pitchFamily="34" charset="0"/>
            </a:endParaRPr>
          </a:p>
          <a:p>
            <a:pPr algn="just">
              <a:lnSpc>
                <a:spcPct val="150000"/>
              </a:lnSpc>
              <a:spcBef>
                <a:spcPts val="600"/>
              </a:spcBef>
              <a:spcAft>
                <a:spcPts val="600"/>
              </a:spcAft>
            </a:pPr>
            <a:r>
              <a:rPr lang="en-US" sz="1800" i="1" dirty="0">
                <a:effectLst/>
                <a:latin typeface="Arial" panose="020B0604020202020204" pitchFamily="34" charset="0"/>
                <a:ea typeface="Calibri" panose="020F0502020204030204" pitchFamily="34" charset="0"/>
                <a:cs typeface="Shruti" panose="020B0502040204020203" pitchFamily="34" charset="0"/>
              </a:rPr>
              <a:t>      </a:t>
            </a:r>
            <a:endParaRPr lang="en-US" sz="18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2" name="Picture 1">
            <a:extLst>
              <a:ext uri="{FF2B5EF4-FFF2-40B4-BE49-F238E27FC236}">
                <a16:creationId xmlns:a16="http://schemas.microsoft.com/office/drawing/2014/main" id="{20B53522-B5F1-3312-48EA-770C63C56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6" name="TextBox 2025"/>
          <p:cNvSpPr txBox="1"/>
          <p:nvPr/>
        </p:nvSpPr>
        <p:spPr>
          <a:xfrm>
            <a:off x="8144000" y="4643500"/>
            <a:ext cx="500000" cy="500000"/>
          </a:xfrm>
          <a:prstGeom prst="rect">
            <a:avLst/>
          </a:prstGeom>
          <a:noFill/>
        </p:spPr>
        <p:txBody>
          <a:bodyPr wrap="none">
            <a:spAutoFit/>
          </a:bodyPr>
          <a:lstStyle/>
          <a:p>
            <a:r>
              <a:t>5</a:t>
            </a:r>
          </a:p>
        </p:txBody>
      </p:sp>
    </p:spTree>
    <p:extLst>
      <p:ext uri="{BB962C8B-B14F-4D97-AF65-F5344CB8AC3E}">
        <p14:creationId xmlns:p14="http://schemas.microsoft.com/office/powerpoint/2010/main" val="338116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6">
          <a:extLst>
            <a:ext uri="{FF2B5EF4-FFF2-40B4-BE49-F238E27FC236}">
              <a16:creationId xmlns:a16="http://schemas.microsoft.com/office/drawing/2014/main" id="{7AA4059E-C42B-A011-6D7E-D3E6638F8596}"/>
            </a:ext>
          </a:extLst>
        </p:cNvPr>
        <p:cNvGrpSpPr/>
        <p:nvPr/>
      </p:nvGrpSpPr>
      <p:grpSpPr>
        <a:xfrm>
          <a:off x="0" y="0"/>
          <a:ext cx="0" cy="0"/>
          <a:chOff x="0" y="0"/>
          <a:chExt cx="0" cy="0"/>
        </a:xfrm>
      </p:grpSpPr>
      <p:sp>
        <p:nvSpPr>
          <p:cNvPr id="2025" name="Google Shape;2025;p85">
            <a:extLst>
              <a:ext uri="{FF2B5EF4-FFF2-40B4-BE49-F238E27FC236}">
                <a16:creationId xmlns:a16="http://schemas.microsoft.com/office/drawing/2014/main" id="{FF24F44B-F249-D2FF-B21D-C8C1DB6C78B0}"/>
              </a:ext>
            </a:extLst>
          </p:cNvPr>
          <p:cNvSpPr txBox="1">
            <a:spLocks noGrp="1"/>
          </p:cNvSpPr>
          <p:nvPr>
            <p:ph type="subTitle" idx="8"/>
          </p:nvPr>
        </p:nvSpPr>
        <p:spPr>
          <a:xfrm>
            <a:off x="352469" y="1293125"/>
            <a:ext cx="8439062" cy="3926575"/>
          </a:xfrm>
          <a:prstGeom prst="rect">
            <a:avLst/>
          </a:prstGeom>
        </p:spPr>
        <p:txBody>
          <a:bodyPr spcFirstLastPara="1" wrap="square" lIns="91425" tIns="91425" rIns="91425" bIns="91425" anchor="t" anchorCtr="0">
            <a:noAutofit/>
          </a:bodyPr>
          <a:lstStyle/>
          <a:p>
            <a:pPr algn="just">
              <a:lnSpc>
                <a:spcPct val="150000"/>
              </a:lnSpc>
              <a:spcBef>
                <a:spcPts val="600"/>
              </a:spcBef>
              <a:spcAft>
                <a:spcPts val="600"/>
              </a:spcAft>
            </a:pPr>
            <a:r>
              <a:rPr lang="en-US" sz="1800" i="1" dirty="0">
                <a:effectLst/>
                <a:latin typeface="Arial" panose="020B0604020202020204" pitchFamily="34" charset="0"/>
                <a:ea typeface="Calibri" panose="020F0502020204030204" pitchFamily="34" charset="0"/>
                <a:cs typeface="Shruti" panose="020B0502040204020203" pitchFamily="34" charset="0"/>
              </a:rPr>
              <a:t>      By combining technology, sustainability, and convenience, StyleSurfer makes fashion more affordable and eco-friendly while benefiting customers, sellers, and delivery partners.</a:t>
            </a:r>
          </a:p>
          <a:p>
            <a:pPr algn="ctr">
              <a:lnSpc>
                <a:spcPct val="150000"/>
              </a:lnSpc>
              <a:spcBef>
                <a:spcPts val="600"/>
              </a:spcBef>
              <a:spcAft>
                <a:spcPts val="600"/>
              </a:spcAft>
            </a:pPr>
            <a:r>
              <a:rPr lang="en-US" sz="5000" i="1" dirty="0">
                <a:latin typeface="Arial" panose="020B0604020202020204" pitchFamily="34" charset="0"/>
                <a:ea typeface="Calibri" panose="020F0502020204030204" pitchFamily="34" charset="0"/>
                <a:cs typeface="Shruti" panose="020B0502040204020203" pitchFamily="34" charset="0"/>
              </a:rPr>
              <a:t>…</a:t>
            </a:r>
            <a:endParaRPr lang="en-US" sz="50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50000"/>
              </a:lnSpc>
              <a:spcBef>
                <a:spcPts val="600"/>
              </a:spcBef>
              <a:spcAft>
                <a:spcPts val="600"/>
              </a:spcAft>
            </a:pPr>
            <a:r>
              <a:rPr lang="en-US" sz="1800" i="1" dirty="0">
                <a:effectLst/>
                <a:latin typeface="Arial" panose="020B0604020202020204" pitchFamily="34" charset="0"/>
                <a:ea typeface="Calibri" panose="020F0502020204030204" pitchFamily="34" charset="0"/>
                <a:cs typeface="Shruti" panose="020B0502040204020203" pitchFamily="34" charset="0"/>
              </a:rPr>
              <a:t>      </a:t>
            </a:r>
            <a:endParaRPr lang="en-US" sz="18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2" name="Picture 1">
            <a:extLst>
              <a:ext uri="{FF2B5EF4-FFF2-40B4-BE49-F238E27FC236}">
                <a16:creationId xmlns:a16="http://schemas.microsoft.com/office/drawing/2014/main" id="{C9D0B29D-1628-570C-F3FD-C14C689F7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6" name="TextBox 2025"/>
          <p:cNvSpPr txBox="1"/>
          <p:nvPr/>
        </p:nvSpPr>
        <p:spPr>
          <a:xfrm>
            <a:off x="8144000" y="4643500"/>
            <a:ext cx="500000" cy="500000"/>
          </a:xfrm>
          <a:prstGeom prst="rect">
            <a:avLst/>
          </a:prstGeom>
          <a:noFill/>
        </p:spPr>
        <p:txBody>
          <a:bodyPr wrap="none">
            <a:spAutoFit/>
          </a:bodyPr>
          <a:lstStyle/>
          <a:p>
            <a:r>
              <a:t>6</a:t>
            </a:r>
          </a:p>
        </p:txBody>
      </p:sp>
    </p:spTree>
    <p:extLst>
      <p:ext uri="{BB962C8B-B14F-4D97-AF65-F5344CB8AC3E}">
        <p14:creationId xmlns:p14="http://schemas.microsoft.com/office/powerpoint/2010/main" val="8443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89"/>
        <p:cNvGrpSpPr/>
        <p:nvPr/>
      </p:nvGrpSpPr>
      <p:grpSpPr>
        <a:xfrm>
          <a:off x="0" y="0"/>
          <a:ext cx="0" cy="0"/>
          <a:chOff x="0" y="0"/>
          <a:chExt cx="0" cy="0"/>
        </a:xfrm>
      </p:grpSpPr>
      <p:sp>
        <p:nvSpPr>
          <p:cNvPr id="2090" name="Google Shape;2090;p92"/>
          <p:cNvSpPr txBox="1">
            <a:spLocks noGrp="1"/>
          </p:cNvSpPr>
          <p:nvPr>
            <p:ph type="title"/>
          </p:nvPr>
        </p:nvSpPr>
        <p:spPr>
          <a:xfrm>
            <a:off x="2019300" y="1960425"/>
            <a:ext cx="5105400" cy="121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2"/>
                </a:solidFill>
              </a:rPr>
              <a:t>Objectives </a:t>
            </a:r>
            <a:endParaRPr dirty="0">
              <a:solidFill>
                <a:schemeClr val="accent2"/>
              </a:solidFill>
            </a:endParaRPr>
          </a:p>
        </p:txBody>
      </p:sp>
      <p:sp>
        <p:nvSpPr>
          <p:cNvPr id="2092" name="Google Shape;2092;p92"/>
          <p:cNvSpPr/>
          <p:nvPr/>
        </p:nvSpPr>
        <p:spPr>
          <a:xfrm>
            <a:off x="3881688" y="3438625"/>
            <a:ext cx="1380619" cy="52850"/>
          </a:xfrm>
          <a:custGeom>
            <a:avLst/>
            <a:gdLst/>
            <a:ahLst/>
            <a:cxnLst/>
            <a:rect l="l" t="t" r="r" b="b"/>
            <a:pathLst>
              <a:path w="17505" h="670" extrusionOk="0">
                <a:moveTo>
                  <a:pt x="0" y="0"/>
                </a:moveTo>
                <a:lnTo>
                  <a:pt x="0" y="669"/>
                </a:lnTo>
                <a:lnTo>
                  <a:pt x="17505" y="669"/>
                </a:lnTo>
                <a:lnTo>
                  <a:pt x="17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8145FBC0-7897-1562-DE14-72E99AED0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3" name="TextBox 2092"/>
          <p:cNvSpPr txBox="1"/>
          <p:nvPr/>
        </p:nvSpPr>
        <p:spPr>
          <a:xfrm>
            <a:off x="8144000" y="4643500"/>
            <a:ext cx="500000" cy="500000"/>
          </a:xfrm>
          <a:prstGeom prst="rect">
            <a:avLst/>
          </a:prstGeom>
          <a:noFill/>
        </p:spPr>
        <p:txBody>
          <a:bodyPr wrap="none">
            <a:spAutoFit/>
          </a:bodyPr>
          <a:lstStyle/>
          <a:p>
            <a: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90"/>
                                        </p:tgtEl>
                                        <p:attrNameLst>
                                          <p:attrName>style.visibility</p:attrName>
                                        </p:attrNameLst>
                                      </p:cBhvr>
                                      <p:to>
                                        <p:strVal val="visible"/>
                                      </p:to>
                                    </p:set>
                                    <p:animEffect transition="in" filter="fade">
                                      <p:cBhvr>
                                        <p:cTn id="7" dur="1000"/>
                                        <p:tgtEl>
                                          <p:spTgt spid="2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9"/>
        <p:cNvGrpSpPr/>
        <p:nvPr/>
      </p:nvGrpSpPr>
      <p:grpSpPr>
        <a:xfrm>
          <a:off x="0" y="0"/>
          <a:ext cx="0" cy="0"/>
          <a:chOff x="0" y="0"/>
          <a:chExt cx="0" cy="0"/>
        </a:xfrm>
      </p:grpSpPr>
      <p:sp>
        <p:nvSpPr>
          <p:cNvPr id="2043" name="Google Shape;2043;p86"/>
          <p:cNvSpPr txBox="1">
            <a:spLocks noGrp="1"/>
          </p:cNvSpPr>
          <p:nvPr>
            <p:ph type="subTitle" idx="3"/>
          </p:nvPr>
        </p:nvSpPr>
        <p:spPr>
          <a:xfrm>
            <a:off x="1584499" y="1068170"/>
            <a:ext cx="2701500" cy="454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3300" dirty="0">
                <a:uFill>
                  <a:noFill/>
                </a:uFill>
              </a:rPr>
              <a:t>Affordability</a:t>
            </a:r>
            <a:endParaRPr sz="3300" dirty="0"/>
          </a:p>
        </p:txBody>
      </p:sp>
      <p:sp>
        <p:nvSpPr>
          <p:cNvPr id="2047" name="Google Shape;2047;p86"/>
          <p:cNvSpPr txBox="1">
            <a:spLocks noGrp="1"/>
          </p:cNvSpPr>
          <p:nvPr>
            <p:ph type="subTitle" idx="7"/>
          </p:nvPr>
        </p:nvSpPr>
        <p:spPr>
          <a:xfrm>
            <a:off x="1584499" y="1666488"/>
            <a:ext cx="5344202" cy="923724"/>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sz="1800" dirty="0">
                <a:latin typeface="+mj-lt"/>
              </a:rPr>
              <a:t>Provide a platform where customers can rent high-quality and branded clothes at an affordable price, making fashion accessible to everyone.</a:t>
            </a:r>
          </a:p>
        </p:txBody>
      </p:sp>
      <p:sp>
        <p:nvSpPr>
          <p:cNvPr id="2049" name="Google Shape;2049;p86"/>
          <p:cNvSpPr txBox="1">
            <a:spLocks noGrp="1"/>
          </p:cNvSpPr>
          <p:nvPr>
            <p:ph type="title" idx="9"/>
          </p:nvPr>
        </p:nvSpPr>
        <p:spPr>
          <a:xfrm>
            <a:off x="941850" y="1188900"/>
            <a:ext cx="846000" cy="41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uFill>
                  <a:noFill/>
                </a:uFill>
                <a:hlinkClick r:id="rId3" action="ppaction://hlinksldjump"/>
              </a:rPr>
              <a:t>01</a:t>
            </a:r>
            <a:endParaRPr dirty="0"/>
          </a:p>
        </p:txBody>
      </p:sp>
      <p:sp>
        <p:nvSpPr>
          <p:cNvPr id="2051" name="Google Shape;2051;p86"/>
          <p:cNvSpPr txBox="1">
            <a:spLocks noGrp="1"/>
          </p:cNvSpPr>
          <p:nvPr>
            <p:ph type="title" idx="14"/>
          </p:nvPr>
        </p:nvSpPr>
        <p:spPr>
          <a:xfrm>
            <a:off x="941850" y="2811561"/>
            <a:ext cx="846000" cy="41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uFill>
                  <a:noFill/>
                </a:uFill>
              </a:rPr>
              <a:t>02</a:t>
            </a:r>
            <a:endParaRPr dirty="0">
              <a:solidFill>
                <a:schemeClr val="accent2"/>
              </a:solidFill>
            </a:endParaRPr>
          </a:p>
        </p:txBody>
      </p:sp>
      <p:sp>
        <p:nvSpPr>
          <p:cNvPr id="8" name="Google Shape;2043;p86">
            <a:extLst>
              <a:ext uri="{FF2B5EF4-FFF2-40B4-BE49-F238E27FC236}">
                <a16:creationId xmlns:a16="http://schemas.microsoft.com/office/drawing/2014/main" id="{D7BD1D7C-CB6D-A4A0-D9D3-F6A5295F956A}"/>
              </a:ext>
            </a:extLst>
          </p:cNvPr>
          <p:cNvSpPr txBox="1">
            <a:spLocks/>
          </p:cNvSpPr>
          <p:nvPr/>
        </p:nvSpPr>
        <p:spPr>
          <a:xfrm>
            <a:off x="1729649" y="2687513"/>
            <a:ext cx="2928075" cy="454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2000"/>
              <a:buFont typeface="Hammersmith One"/>
              <a:buNone/>
              <a:defRPr sz="2000" b="1" i="0" u="none" strike="noStrike" cap="none">
                <a:solidFill>
                  <a:schemeClr val="accent2"/>
                </a:solidFill>
                <a:latin typeface="Hammersmith One"/>
                <a:ea typeface="Hammersmith One"/>
                <a:cs typeface="Hammersmith One"/>
                <a:sym typeface="Hammersmith One"/>
              </a:defRPr>
            </a:lvl1pPr>
            <a:lvl2pPr marL="914400" marR="0" lvl="1"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2pPr>
            <a:lvl3pPr marL="1371600" marR="0" lvl="2"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3pPr>
            <a:lvl4pPr marL="1828800" marR="0" lvl="3"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4pPr>
            <a:lvl5pPr marL="2286000" marR="0" lvl="4"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5pPr>
            <a:lvl6pPr marL="2743200" marR="0" lvl="5"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6pPr>
            <a:lvl7pPr marL="3200400" marR="0" lvl="6"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7pPr>
            <a:lvl8pPr marL="3657600" marR="0" lvl="7"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8pPr>
            <a:lvl9pPr marL="4114800" marR="0" lvl="8"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9pPr>
          </a:lstStyle>
          <a:p>
            <a:pPr marL="0" indent="0">
              <a:spcAft>
                <a:spcPts val="1200"/>
              </a:spcAft>
            </a:pPr>
            <a:r>
              <a:rPr lang="en-US" sz="3200" dirty="0"/>
              <a:t>Sustainability</a:t>
            </a:r>
            <a:endParaRPr lang="en-US" sz="3300" dirty="0"/>
          </a:p>
        </p:txBody>
      </p:sp>
      <p:sp>
        <p:nvSpPr>
          <p:cNvPr id="19" name="Google Shape;2047;p86">
            <a:extLst>
              <a:ext uri="{FF2B5EF4-FFF2-40B4-BE49-F238E27FC236}">
                <a16:creationId xmlns:a16="http://schemas.microsoft.com/office/drawing/2014/main" id="{8A1299C5-2816-E91E-1A41-3E50D4608CD1}"/>
              </a:ext>
            </a:extLst>
          </p:cNvPr>
          <p:cNvSpPr txBox="1">
            <a:spLocks/>
          </p:cNvSpPr>
          <p:nvPr/>
        </p:nvSpPr>
        <p:spPr>
          <a:xfrm>
            <a:off x="1584499" y="3297073"/>
            <a:ext cx="5268788" cy="92372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Manjari"/>
              <a:buNone/>
              <a:defRPr sz="1600" b="0" i="0" u="none" strike="noStrike" cap="none">
                <a:solidFill>
                  <a:srgbClr val="000000"/>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6pPr>
            <a:lvl7pPr marL="3200400" marR="0" lvl="6"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9pPr>
          </a:lstStyle>
          <a:p>
            <a:pPr marL="0" indent="0" algn="just"/>
            <a:r>
              <a:rPr lang="en-US" sz="1800" dirty="0">
                <a:latin typeface="+mj-lt"/>
              </a:rPr>
              <a:t>Encourage the reuse of clothes to reduce textile waste, save water, and promote circular fashion for a more eco-friendly future</a:t>
            </a:r>
            <a:r>
              <a:rPr lang="en-US" dirty="0"/>
              <a:t>.</a:t>
            </a:r>
          </a:p>
        </p:txBody>
      </p:sp>
      <p:pic>
        <p:nvPicPr>
          <p:cNvPr id="2" name="Picture 1">
            <a:extLst>
              <a:ext uri="{FF2B5EF4-FFF2-40B4-BE49-F238E27FC236}">
                <a16:creationId xmlns:a16="http://schemas.microsoft.com/office/drawing/2014/main" id="{A2DD372F-A7AA-6BD3-1F91-5A18F781C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Box 2051"/>
          <p:cNvSpPr txBox="1"/>
          <p:nvPr/>
        </p:nvSpPr>
        <p:spPr>
          <a:xfrm>
            <a:off x="8144000" y="4643500"/>
            <a:ext cx="500000" cy="500000"/>
          </a:xfrm>
          <a:prstGeom prst="rect">
            <a:avLst/>
          </a:prstGeom>
          <a:noFill/>
        </p:spPr>
        <p:txBody>
          <a:bodyPr wrap="none">
            <a:spAutoFit/>
          </a:bodyPr>
          <a:lstStyle/>
          <a:p>
            <a: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1000"/>
                                        <p:tgtEl>
                                          <p:spTgt spid="204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051"/>
                                        </p:tgtEl>
                                        <p:attrNameLst>
                                          <p:attrName>style.visibility</p:attrName>
                                        </p:attrNameLst>
                                      </p:cBhvr>
                                      <p:to>
                                        <p:strVal val="visible"/>
                                      </p:to>
                                    </p:set>
                                    <p:animEffect transition="in" filter="fade">
                                      <p:cBhvr>
                                        <p:cTn id="11" dur="1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9">
          <a:extLst>
            <a:ext uri="{FF2B5EF4-FFF2-40B4-BE49-F238E27FC236}">
              <a16:creationId xmlns:a16="http://schemas.microsoft.com/office/drawing/2014/main" id="{3BD12014-4648-7EE6-8F70-64AD6E324A5B}"/>
            </a:ext>
          </a:extLst>
        </p:cNvPr>
        <p:cNvGrpSpPr/>
        <p:nvPr/>
      </p:nvGrpSpPr>
      <p:grpSpPr>
        <a:xfrm>
          <a:off x="0" y="0"/>
          <a:ext cx="0" cy="0"/>
          <a:chOff x="0" y="0"/>
          <a:chExt cx="0" cy="0"/>
        </a:xfrm>
      </p:grpSpPr>
      <p:sp>
        <p:nvSpPr>
          <p:cNvPr id="2043" name="Google Shape;2043;p86">
            <a:extLst>
              <a:ext uri="{FF2B5EF4-FFF2-40B4-BE49-F238E27FC236}">
                <a16:creationId xmlns:a16="http://schemas.microsoft.com/office/drawing/2014/main" id="{F7F0D93E-975E-5C21-6AE5-7A1BC7B1780B}"/>
              </a:ext>
            </a:extLst>
          </p:cNvPr>
          <p:cNvSpPr txBox="1">
            <a:spLocks noGrp="1"/>
          </p:cNvSpPr>
          <p:nvPr>
            <p:ph type="subTitle" idx="3"/>
          </p:nvPr>
        </p:nvSpPr>
        <p:spPr>
          <a:xfrm>
            <a:off x="1584499" y="1021325"/>
            <a:ext cx="6368877" cy="454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sz="3200" dirty="0"/>
              <a:t>Enhanced Shopping Experience</a:t>
            </a:r>
            <a:endParaRPr sz="3300" dirty="0"/>
          </a:p>
        </p:txBody>
      </p:sp>
      <p:sp>
        <p:nvSpPr>
          <p:cNvPr id="2047" name="Google Shape;2047;p86">
            <a:extLst>
              <a:ext uri="{FF2B5EF4-FFF2-40B4-BE49-F238E27FC236}">
                <a16:creationId xmlns:a16="http://schemas.microsoft.com/office/drawing/2014/main" id="{594ED6B4-9B06-0FBE-B691-7039C50AF637}"/>
              </a:ext>
            </a:extLst>
          </p:cNvPr>
          <p:cNvSpPr txBox="1">
            <a:spLocks noGrp="1"/>
          </p:cNvSpPr>
          <p:nvPr>
            <p:ph type="subTitle" idx="7"/>
          </p:nvPr>
        </p:nvSpPr>
        <p:spPr>
          <a:xfrm>
            <a:off x="1584499" y="1634309"/>
            <a:ext cx="5740128" cy="923724"/>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sz="1800" dirty="0">
                <a:latin typeface="+mj-lt"/>
              </a:rPr>
              <a:t>Offer multiple features such as reselling, selling with us, buy-back options, and a Spin-to-Win reward system to improve the overall shopping experience</a:t>
            </a:r>
            <a:r>
              <a:rPr lang="en-US" dirty="0"/>
              <a:t>.</a:t>
            </a:r>
          </a:p>
        </p:txBody>
      </p:sp>
      <p:sp>
        <p:nvSpPr>
          <p:cNvPr id="2049" name="Google Shape;2049;p86">
            <a:extLst>
              <a:ext uri="{FF2B5EF4-FFF2-40B4-BE49-F238E27FC236}">
                <a16:creationId xmlns:a16="http://schemas.microsoft.com/office/drawing/2014/main" id="{3E240EAC-75CC-F3C6-5214-4F6F65C31B24}"/>
              </a:ext>
            </a:extLst>
          </p:cNvPr>
          <p:cNvSpPr txBox="1">
            <a:spLocks noGrp="1"/>
          </p:cNvSpPr>
          <p:nvPr>
            <p:ph type="title" idx="9"/>
          </p:nvPr>
        </p:nvSpPr>
        <p:spPr>
          <a:xfrm>
            <a:off x="941850" y="1159569"/>
            <a:ext cx="846000" cy="41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uFill>
                  <a:noFill/>
                </a:uFill>
              </a:rPr>
              <a:t>03</a:t>
            </a:r>
            <a:endParaRPr dirty="0">
              <a:solidFill>
                <a:schemeClr val="accent2"/>
              </a:solidFill>
            </a:endParaRPr>
          </a:p>
        </p:txBody>
      </p:sp>
      <p:sp>
        <p:nvSpPr>
          <p:cNvPr id="2051" name="Google Shape;2051;p86">
            <a:extLst>
              <a:ext uri="{FF2B5EF4-FFF2-40B4-BE49-F238E27FC236}">
                <a16:creationId xmlns:a16="http://schemas.microsoft.com/office/drawing/2014/main" id="{1F0D9E56-01CF-B80E-7991-000E13873E2A}"/>
              </a:ext>
            </a:extLst>
          </p:cNvPr>
          <p:cNvSpPr txBox="1">
            <a:spLocks noGrp="1"/>
          </p:cNvSpPr>
          <p:nvPr>
            <p:ph type="title" idx="14"/>
          </p:nvPr>
        </p:nvSpPr>
        <p:spPr>
          <a:xfrm>
            <a:off x="941850" y="2811561"/>
            <a:ext cx="846000" cy="41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uFill>
                  <a:noFill/>
                </a:uFill>
              </a:rPr>
              <a:t>04</a:t>
            </a:r>
            <a:endParaRPr dirty="0">
              <a:solidFill>
                <a:schemeClr val="accent2"/>
              </a:solidFill>
            </a:endParaRPr>
          </a:p>
        </p:txBody>
      </p:sp>
      <p:sp>
        <p:nvSpPr>
          <p:cNvPr id="8" name="Google Shape;2043;p86">
            <a:extLst>
              <a:ext uri="{FF2B5EF4-FFF2-40B4-BE49-F238E27FC236}">
                <a16:creationId xmlns:a16="http://schemas.microsoft.com/office/drawing/2014/main" id="{AF4A30D2-4FC4-6D05-E559-FCC303195B12}"/>
              </a:ext>
            </a:extLst>
          </p:cNvPr>
          <p:cNvSpPr txBox="1">
            <a:spLocks/>
          </p:cNvSpPr>
          <p:nvPr/>
        </p:nvSpPr>
        <p:spPr>
          <a:xfrm>
            <a:off x="1729649" y="2687513"/>
            <a:ext cx="4957576" cy="454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2000"/>
              <a:buFont typeface="Hammersmith One"/>
              <a:buNone/>
              <a:defRPr sz="2000" b="1" i="0" u="none" strike="noStrike" cap="none">
                <a:solidFill>
                  <a:schemeClr val="accent2"/>
                </a:solidFill>
                <a:latin typeface="Hammersmith One"/>
                <a:ea typeface="Hammersmith One"/>
                <a:cs typeface="Hammersmith One"/>
                <a:sym typeface="Hammersmith One"/>
              </a:defRPr>
            </a:lvl1pPr>
            <a:lvl2pPr marL="914400" marR="0" lvl="1"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2pPr>
            <a:lvl3pPr marL="1371600" marR="0" lvl="2"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3pPr>
            <a:lvl4pPr marL="1828800" marR="0" lvl="3"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4pPr>
            <a:lvl5pPr marL="2286000" marR="0" lvl="4"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5pPr>
            <a:lvl6pPr marL="2743200" marR="0" lvl="5"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6pPr>
            <a:lvl7pPr marL="3200400" marR="0" lvl="6"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7pPr>
            <a:lvl8pPr marL="3657600" marR="0" lvl="7"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8pPr>
            <a:lvl9pPr marL="4114800" marR="0" lvl="8" indent="-317500" algn="l" rtl="0">
              <a:lnSpc>
                <a:spcPct val="100000"/>
              </a:lnSpc>
              <a:spcBef>
                <a:spcPts val="0"/>
              </a:spcBef>
              <a:spcAft>
                <a:spcPts val="0"/>
              </a:spcAft>
              <a:buClr>
                <a:schemeClr val="accent2"/>
              </a:buClr>
              <a:buSzPts val="2000"/>
              <a:buFont typeface="Hammersmith One"/>
              <a:buNone/>
              <a:defRPr sz="2000" b="0" i="0" u="none" strike="noStrike" cap="none">
                <a:solidFill>
                  <a:schemeClr val="accent2"/>
                </a:solidFill>
                <a:latin typeface="Hammersmith One"/>
                <a:ea typeface="Hammersmith One"/>
                <a:cs typeface="Hammersmith One"/>
                <a:sym typeface="Hammersmith One"/>
              </a:defRPr>
            </a:lvl9pPr>
          </a:lstStyle>
          <a:p>
            <a:pPr marL="0" indent="0">
              <a:spcAft>
                <a:spcPts val="1200"/>
              </a:spcAft>
            </a:pPr>
            <a:r>
              <a:rPr lang="en-US" sz="2800" dirty="0"/>
              <a:t>Seamless User Experience</a:t>
            </a:r>
            <a:endParaRPr lang="en-US" sz="3300" dirty="0"/>
          </a:p>
        </p:txBody>
      </p:sp>
      <p:sp>
        <p:nvSpPr>
          <p:cNvPr id="19" name="Google Shape;2047;p86">
            <a:extLst>
              <a:ext uri="{FF2B5EF4-FFF2-40B4-BE49-F238E27FC236}">
                <a16:creationId xmlns:a16="http://schemas.microsoft.com/office/drawing/2014/main" id="{B8FDDFDF-BF7A-8F9E-D9DB-AF4398FCD355}"/>
              </a:ext>
            </a:extLst>
          </p:cNvPr>
          <p:cNvSpPr txBox="1">
            <a:spLocks/>
          </p:cNvSpPr>
          <p:nvPr/>
        </p:nvSpPr>
        <p:spPr>
          <a:xfrm>
            <a:off x="1584499" y="3193049"/>
            <a:ext cx="5740128" cy="17470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800"/>
              <a:buFont typeface="Manjari"/>
              <a:buNone/>
              <a:defRPr sz="1600" b="0" i="0" u="none" strike="noStrike" cap="none">
                <a:solidFill>
                  <a:srgbClr val="000000"/>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6pPr>
            <a:lvl7pPr marL="3200400" marR="0" lvl="6"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accent2"/>
              </a:buClr>
              <a:buSzPts val="1400"/>
              <a:buFont typeface="Manjari"/>
              <a:buNone/>
              <a:defRPr sz="1400" b="0" i="0" u="none" strike="noStrike" cap="none">
                <a:solidFill>
                  <a:schemeClr val="accent2"/>
                </a:solidFill>
                <a:latin typeface="Manjari"/>
                <a:ea typeface="Manjari"/>
                <a:cs typeface="Manjari"/>
                <a:sym typeface="Manjari"/>
              </a:defRPr>
            </a:lvl9pPr>
          </a:lstStyle>
          <a:p>
            <a:pPr marL="0" indent="0" algn="just"/>
            <a:r>
              <a:rPr lang="en-US" sz="1800" dirty="0">
                <a:latin typeface="+mj-lt"/>
              </a:rPr>
              <a:t>Ensure a smooth and user-friendly interface for customers, sellers, and delivery partners. Customers get easy navigation, sellers can effortlessly list and manage products, and delivery partners have streamlined access to orders, all with a visually appealing design.</a:t>
            </a:r>
          </a:p>
        </p:txBody>
      </p:sp>
      <p:pic>
        <p:nvPicPr>
          <p:cNvPr id="2" name="Picture 1">
            <a:extLst>
              <a:ext uri="{FF2B5EF4-FFF2-40B4-BE49-F238E27FC236}">
                <a16:creationId xmlns:a16="http://schemas.microsoft.com/office/drawing/2014/main" id="{F6F25281-05BB-ED68-0968-C40021097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Box 2051"/>
          <p:cNvSpPr txBox="1"/>
          <p:nvPr/>
        </p:nvSpPr>
        <p:spPr>
          <a:xfrm>
            <a:off x="8144000" y="4643500"/>
            <a:ext cx="500000" cy="500000"/>
          </a:xfrm>
          <a:prstGeom prst="rect">
            <a:avLst/>
          </a:prstGeom>
          <a:noFill/>
        </p:spPr>
        <p:txBody>
          <a:bodyPr wrap="none">
            <a:spAutoFit/>
          </a:bodyPr>
          <a:lstStyle/>
          <a:p>
            <a:r>
              <a:t>9</a:t>
            </a:r>
          </a:p>
        </p:txBody>
      </p:sp>
    </p:spTree>
    <p:extLst>
      <p:ext uri="{BB962C8B-B14F-4D97-AF65-F5344CB8AC3E}">
        <p14:creationId xmlns:p14="http://schemas.microsoft.com/office/powerpoint/2010/main" val="246547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1000"/>
                                        <p:tgtEl>
                                          <p:spTgt spid="204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051"/>
                                        </p:tgtEl>
                                        <p:attrNameLst>
                                          <p:attrName>style.visibility</p:attrName>
                                        </p:attrNameLst>
                                      </p:cBhvr>
                                      <p:to>
                                        <p:strVal val="visible"/>
                                      </p:to>
                                    </p:set>
                                    <p:animEffect transition="in" filter="fade">
                                      <p:cBhvr>
                                        <p:cTn id="11" dur="1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7"/>
        <p:cNvGrpSpPr/>
        <p:nvPr/>
      </p:nvGrpSpPr>
      <p:grpSpPr>
        <a:xfrm>
          <a:off x="0" y="0"/>
          <a:ext cx="0" cy="0"/>
          <a:chOff x="0" y="0"/>
          <a:chExt cx="0" cy="0"/>
        </a:xfrm>
      </p:grpSpPr>
      <p:sp>
        <p:nvSpPr>
          <p:cNvPr id="2" name="Google Shape;2090;p92">
            <a:extLst>
              <a:ext uri="{FF2B5EF4-FFF2-40B4-BE49-F238E27FC236}">
                <a16:creationId xmlns:a16="http://schemas.microsoft.com/office/drawing/2014/main" id="{7495AB63-B678-A1CD-3B88-3F5D21AF4665}"/>
              </a:ext>
            </a:extLst>
          </p:cNvPr>
          <p:cNvSpPr txBox="1">
            <a:spLocks/>
          </p:cNvSpPr>
          <p:nvPr/>
        </p:nvSpPr>
        <p:spPr>
          <a:xfrm>
            <a:off x="2019300" y="2089475"/>
            <a:ext cx="5105400" cy="1213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5400" b="1" dirty="0">
                <a:solidFill>
                  <a:schemeClr val="accent2"/>
                </a:solidFill>
                <a:latin typeface="Hammersmith One" panose="02010703030501060504" pitchFamily="2" charset="0"/>
              </a:rPr>
              <a:t>Problems</a:t>
            </a:r>
            <a:r>
              <a:rPr lang="en-US" dirty="0">
                <a:solidFill>
                  <a:schemeClr val="accent2"/>
                </a:solidFill>
              </a:rPr>
              <a:t> </a:t>
            </a:r>
          </a:p>
        </p:txBody>
      </p:sp>
      <p:pic>
        <p:nvPicPr>
          <p:cNvPr id="4" name="Picture 3">
            <a:extLst>
              <a:ext uri="{FF2B5EF4-FFF2-40B4-BE49-F238E27FC236}">
                <a16:creationId xmlns:a16="http://schemas.microsoft.com/office/drawing/2014/main" id="{BF364DB6-91B3-BBAC-C7A1-DEF3271C5CFF}"/>
              </a:ext>
            </a:extLst>
          </p:cNvPr>
          <p:cNvPicPr>
            <a:picLocks noChangeAspect="1"/>
          </p:cNvPicPr>
          <p:nvPr/>
        </p:nvPicPr>
        <p:blipFill>
          <a:blip r:embed="rId3"/>
          <a:stretch>
            <a:fillRect/>
          </a:stretch>
        </p:blipFill>
        <p:spPr>
          <a:xfrm>
            <a:off x="3886200" y="3236600"/>
            <a:ext cx="1371600" cy="57150"/>
          </a:xfrm>
          <a:prstGeom prst="rect">
            <a:avLst/>
          </a:prstGeom>
        </p:spPr>
      </p:pic>
      <p:pic>
        <p:nvPicPr>
          <p:cNvPr id="3" name="Picture 2">
            <a:extLst>
              <a:ext uri="{FF2B5EF4-FFF2-40B4-BE49-F238E27FC236}">
                <a16:creationId xmlns:a16="http://schemas.microsoft.com/office/drawing/2014/main" id="{351B01A4-28B2-83AE-062E-E6518E476E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144000" y="4643500"/>
            <a:ext cx="500000" cy="500000"/>
          </a:xfrm>
          <a:prstGeom prst="rect">
            <a:avLst/>
          </a:prstGeom>
          <a:noFill/>
        </p:spPr>
        <p:txBody>
          <a:bodyPr wrap="none">
            <a:spAutoFit/>
          </a:bodyPr>
          <a:lstStyle/>
          <a:p>
            <a: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70"/>
        <p:cNvGrpSpPr/>
        <p:nvPr/>
      </p:nvGrpSpPr>
      <p:grpSpPr>
        <a:xfrm>
          <a:off x="0" y="0"/>
          <a:ext cx="0" cy="0"/>
          <a:chOff x="0" y="0"/>
          <a:chExt cx="0" cy="0"/>
        </a:xfrm>
      </p:grpSpPr>
      <p:sp>
        <p:nvSpPr>
          <p:cNvPr id="2071" name="Google Shape;2071;p89"/>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000" dirty="0"/>
              <a:t>…</a:t>
            </a:r>
            <a:endParaRPr sz="5000" dirty="0"/>
          </a:p>
        </p:txBody>
      </p:sp>
      <p:sp>
        <p:nvSpPr>
          <p:cNvPr id="2072" name="Google Shape;2072;p89"/>
          <p:cNvSpPr txBox="1">
            <a:spLocks noGrp="1"/>
          </p:cNvSpPr>
          <p:nvPr>
            <p:ph type="subTitle" idx="1"/>
          </p:nvPr>
        </p:nvSpPr>
        <p:spPr>
          <a:xfrm>
            <a:off x="513225" y="1199650"/>
            <a:ext cx="8293200" cy="2172200"/>
          </a:xfrm>
          <a:prstGeom prst="rect">
            <a:avLst/>
          </a:prstGeom>
        </p:spPr>
        <p:txBody>
          <a:bodyPr spcFirstLastPara="1" wrap="square" lIns="91425" tIns="91425" rIns="91425" bIns="91425" anchor="t" anchorCtr="0">
            <a:noAutofit/>
          </a:bodyPr>
          <a:lstStyle/>
          <a:p>
            <a:pPr marL="127000" lvl="0" indent="0" algn="just" rtl="0">
              <a:lnSpc>
                <a:spcPct val="150000"/>
              </a:lnSpc>
              <a:spcBef>
                <a:spcPts val="0"/>
              </a:spcBef>
              <a:spcAft>
                <a:spcPts val="0"/>
              </a:spcAft>
              <a:buSzPts val="1600"/>
              <a:buNone/>
            </a:pPr>
            <a:r>
              <a:rPr lang="en-US" sz="1800" dirty="0">
                <a:latin typeface="+mj-lt"/>
              </a:rPr>
              <a:t>The fashion industry generates a massive amount of waste, with many outfits being discarded after just one use. While fashion rental platforms provide a sustainable alternative, they come with several limitations. Size inclusivity is a major challenge, as many platforms do not offer a wide range of sizes, making it difficult for all customers to find the right fit. Additionally, rental websites lack resale and buy-back options, preventing users from reselling or customizing rented outfits once they are no longer needed.</a:t>
            </a:r>
          </a:p>
          <a:p>
            <a:pPr marL="127000" lvl="0" indent="0" algn="l" rtl="0">
              <a:spcBef>
                <a:spcPts val="0"/>
              </a:spcBef>
              <a:spcAft>
                <a:spcPts val="0"/>
              </a:spcAft>
              <a:buSzPts val="1600"/>
              <a:buNone/>
            </a:pPr>
            <a:endParaRPr lang="en-US" dirty="0"/>
          </a:p>
        </p:txBody>
      </p:sp>
      <p:pic>
        <p:nvPicPr>
          <p:cNvPr id="2" name="Picture 1">
            <a:extLst>
              <a:ext uri="{FF2B5EF4-FFF2-40B4-BE49-F238E27FC236}">
                <a16:creationId xmlns:a16="http://schemas.microsoft.com/office/drawing/2014/main" id="{4B21E76B-34C3-59FD-72F5-23AF011F7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3" name="TextBox 2072"/>
          <p:cNvSpPr txBox="1"/>
          <p:nvPr/>
        </p:nvSpPr>
        <p:spPr>
          <a:xfrm>
            <a:off x="8144000" y="4643500"/>
            <a:ext cx="500000" cy="500000"/>
          </a:xfrm>
          <a:prstGeom prst="rect">
            <a:avLst/>
          </a:prstGeom>
          <a:noFill/>
        </p:spPr>
        <p:txBody>
          <a:bodyPr wrap="none">
            <a:spAutoFit/>
          </a:bodyPr>
          <a:lstStyle/>
          <a:p>
            <a: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1"/>
                                        </p:tgtEl>
                                        <p:attrNameLst>
                                          <p:attrName>style.visibility</p:attrName>
                                        </p:attrNameLst>
                                      </p:cBhvr>
                                      <p:to>
                                        <p:strVal val="visible"/>
                                      </p:to>
                                    </p:set>
                                    <p:animEffect transition="in" filter="fade">
                                      <p:cBhvr>
                                        <p:cTn id="7" dur="1000"/>
                                        <p:tgtEl>
                                          <p:spTgt spid="2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70">
          <a:extLst>
            <a:ext uri="{FF2B5EF4-FFF2-40B4-BE49-F238E27FC236}">
              <a16:creationId xmlns:a16="http://schemas.microsoft.com/office/drawing/2014/main" id="{CBE84C99-0BF0-EADC-93CA-3DB1B9B8C068}"/>
            </a:ext>
          </a:extLst>
        </p:cNvPr>
        <p:cNvGrpSpPr/>
        <p:nvPr/>
      </p:nvGrpSpPr>
      <p:grpSpPr>
        <a:xfrm>
          <a:off x="0" y="0"/>
          <a:ext cx="0" cy="0"/>
          <a:chOff x="0" y="0"/>
          <a:chExt cx="0" cy="0"/>
        </a:xfrm>
      </p:grpSpPr>
      <p:sp>
        <p:nvSpPr>
          <p:cNvPr id="2072" name="Google Shape;2072;p89">
            <a:extLst>
              <a:ext uri="{FF2B5EF4-FFF2-40B4-BE49-F238E27FC236}">
                <a16:creationId xmlns:a16="http://schemas.microsoft.com/office/drawing/2014/main" id="{5B7136F8-FCEB-98B4-7E67-7B38A2DA229F}"/>
              </a:ext>
            </a:extLst>
          </p:cNvPr>
          <p:cNvSpPr txBox="1">
            <a:spLocks noGrp="1"/>
          </p:cNvSpPr>
          <p:nvPr>
            <p:ph type="subTitle" idx="1"/>
          </p:nvPr>
        </p:nvSpPr>
        <p:spPr>
          <a:xfrm>
            <a:off x="579900" y="850350"/>
            <a:ext cx="8293200" cy="3442800"/>
          </a:xfrm>
          <a:prstGeom prst="rect">
            <a:avLst/>
          </a:prstGeom>
        </p:spPr>
        <p:txBody>
          <a:bodyPr spcFirstLastPara="1" wrap="square" lIns="91425" tIns="91425" rIns="91425" bIns="91425" anchor="t" anchorCtr="0">
            <a:noAutofit/>
          </a:bodyPr>
          <a:lstStyle/>
          <a:p>
            <a:pPr marL="127000" indent="0" algn="just">
              <a:lnSpc>
                <a:spcPct val="150000"/>
              </a:lnSpc>
              <a:buSzPts val="1600"/>
              <a:buNone/>
            </a:pPr>
            <a:r>
              <a:rPr lang="en-US" sz="1800" dirty="0">
                <a:latin typeface="+mj-lt"/>
              </a:rPr>
              <a:t>Another major issue is the lack of customer engagement and rewards. Existing platforms do not offer interactive features like discounts, loyalty programs, or gamified experiences, making the rental process less appealing. Furthermore, buying designer clothes for one-time use remains expensive, leaving fashion lovers with limited affordable options.</a:t>
            </a:r>
          </a:p>
          <a:p>
            <a:pPr marL="127000" indent="0" algn="just">
              <a:lnSpc>
                <a:spcPct val="150000"/>
              </a:lnSpc>
              <a:buSzPts val="1600"/>
              <a:buNone/>
            </a:pPr>
            <a:endParaRPr lang="en-US" sz="1800" dirty="0">
              <a:latin typeface="+mj-lt"/>
            </a:endParaRPr>
          </a:p>
          <a:p>
            <a:pPr marL="127000" lvl="0" indent="0" algn="just" rtl="0">
              <a:lnSpc>
                <a:spcPct val="150000"/>
              </a:lnSpc>
              <a:spcBef>
                <a:spcPts val="0"/>
              </a:spcBef>
              <a:spcAft>
                <a:spcPts val="0"/>
              </a:spcAft>
              <a:buSzPts val="1600"/>
              <a:buNone/>
            </a:pPr>
            <a:r>
              <a:rPr lang="en-US" sz="1800" dirty="0">
                <a:latin typeface="+mj-lt"/>
              </a:rPr>
              <a:t>To address these issues, there is a need for a rental platform that offers size-inclusive options, resale and buy-back features, and engaging reward systems, ensuring a more sustainable and enjoyable fashion experience for all users. </a:t>
            </a:r>
            <a:endParaRPr sz="1800" dirty="0">
              <a:latin typeface="+mj-lt"/>
            </a:endParaRPr>
          </a:p>
        </p:txBody>
      </p:sp>
      <p:pic>
        <p:nvPicPr>
          <p:cNvPr id="5" name="Picture 4">
            <a:extLst>
              <a:ext uri="{FF2B5EF4-FFF2-40B4-BE49-F238E27FC236}">
                <a16:creationId xmlns:a16="http://schemas.microsoft.com/office/drawing/2014/main" id="{A9F262E9-8F66-495B-9771-E785BD4F8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3" name="TextBox 2072"/>
          <p:cNvSpPr txBox="1"/>
          <p:nvPr/>
        </p:nvSpPr>
        <p:spPr>
          <a:xfrm>
            <a:off x="8144000" y="4643500"/>
            <a:ext cx="500000" cy="500000"/>
          </a:xfrm>
          <a:prstGeom prst="rect">
            <a:avLst/>
          </a:prstGeom>
          <a:noFill/>
        </p:spPr>
        <p:txBody>
          <a:bodyPr wrap="none">
            <a:spAutoFit/>
          </a:bodyPr>
          <a:lstStyle/>
          <a:p>
            <a:r>
              <a:t>12</a:t>
            </a:r>
          </a:p>
        </p:txBody>
      </p:sp>
    </p:spTree>
    <p:extLst>
      <p:ext uri="{BB962C8B-B14F-4D97-AF65-F5344CB8AC3E}">
        <p14:creationId xmlns:p14="http://schemas.microsoft.com/office/powerpoint/2010/main" val="3427975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5"/>
        <p:cNvGrpSpPr/>
        <p:nvPr/>
      </p:nvGrpSpPr>
      <p:grpSpPr>
        <a:xfrm>
          <a:off x="0" y="0"/>
          <a:ext cx="0" cy="0"/>
          <a:chOff x="0" y="0"/>
          <a:chExt cx="0" cy="0"/>
        </a:xfrm>
      </p:grpSpPr>
      <p:sp>
        <p:nvSpPr>
          <p:cNvPr id="4" name="Google Shape;2090;p92">
            <a:extLst>
              <a:ext uri="{FF2B5EF4-FFF2-40B4-BE49-F238E27FC236}">
                <a16:creationId xmlns:a16="http://schemas.microsoft.com/office/drawing/2014/main" id="{ED4D118C-7723-A5F7-92A0-C521F4C73591}"/>
              </a:ext>
            </a:extLst>
          </p:cNvPr>
          <p:cNvSpPr txBox="1">
            <a:spLocks/>
          </p:cNvSpPr>
          <p:nvPr/>
        </p:nvSpPr>
        <p:spPr>
          <a:xfrm>
            <a:off x="2095500" y="1964850"/>
            <a:ext cx="5105400" cy="1213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5400" b="1" dirty="0">
                <a:solidFill>
                  <a:schemeClr val="accent2"/>
                </a:solidFill>
                <a:latin typeface="Hammersmith One" panose="02010703030501060504" pitchFamily="2" charset="0"/>
              </a:rPr>
              <a:t>Methods</a:t>
            </a:r>
            <a:r>
              <a:rPr lang="en-US" dirty="0">
                <a:solidFill>
                  <a:schemeClr val="accent2"/>
                </a:solidFill>
              </a:rPr>
              <a:t> </a:t>
            </a:r>
          </a:p>
        </p:txBody>
      </p:sp>
      <p:pic>
        <p:nvPicPr>
          <p:cNvPr id="6" name="Picture 5">
            <a:extLst>
              <a:ext uri="{FF2B5EF4-FFF2-40B4-BE49-F238E27FC236}">
                <a16:creationId xmlns:a16="http://schemas.microsoft.com/office/drawing/2014/main" id="{7B62B666-0D96-03B2-71B3-8C149CB7AF67}"/>
              </a:ext>
            </a:extLst>
          </p:cNvPr>
          <p:cNvPicPr>
            <a:picLocks noChangeAspect="1"/>
          </p:cNvPicPr>
          <p:nvPr/>
        </p:nvPicPr>
        <p:blipFill>
          <a:blip r:embed="rId3"/>
          <a:stretch>
            <a:fillRect/>
          </a:stretch>
        </p:blipFill>
        <p:spPr>
          <a:xfrm>
            <a:off x="3962400" y="3121500"/>
            <a:ext cx="1371600" cy="57150"/>
          </a:xfrm>
          <a:prstGeom prst="rect">
            <a:avLst/>
          </a:prstGeom>
        </p:spPr>
      </p:pic>
      <p:pic>
        <p:nvPicPr>
          <p:cNvPr id="2" name="Picture 1">
            <a:extLst>
              <a:ext uri="{FF2B5EF4-FFF2-40B4-BE49-F238E27FC236}">
                <a16:creationId xmlns:a16="http://schemas.microsoft.com/office/drawing/2014/main" id="{89880B9C-9994-3B30-0528-60DE61DF4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144000" y="4643500"/>
            <a:ext cx="500000" cy="500000"/>
          </a:xfrm>
          <a:prstGeom prst="rect">
            <a:avLst/>
          </a:prstGeom>
          <a:noFill/>
        </p:spPr>
        <p:txBody>
          <a:bodyPr wrap="none">
            <a:spAutoFit/>
          </a:bodyPr>
          <a:lstStyle/>
          <a:p>
            <a: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9"/>
        <p:cNvGrpSpPr/>
        <p:nvPr/>
      </p:nvGrpSpPr>
      <p:grpSpPr>
        <a:xfrm>
          <a:off x="0" y="0"/>
          <a:ext cx="0" cy="0"/>
          <a:chOff x="0" y="0"/>
          <a:chExt cx="0" cy="0"/>
        </a:xfrm>
      </p:grpSpPr>
      <p:sp>
        <p:nvSpPr>
          <p:cNvPr id="2610" name="Google Shape;2610;p114"/>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Technology </a:t>
            </a:r>
            <a:endParaRPr dirty="0"/>
          </a:p>
        </p:txBody>
      </p:sp>
      <p:sp>
        <p:nvSpPr>
          <p:cNvPr id="3" name="TextBox 2">
            <a:extLst>
              <a:ext uri="{FF2B5EF4-FFF2-40B4-BE49-F238E27FC236}">
                <a16:creationId xmlns:a16="http://schemas.microsoft.com/office/drawing/2014/main" id="{EB900DF9-8395-E504-B591-669C55B821BF}"/>
              </a:ext>
            </a:extLst>
          </p:cNvPr>
          <p:cNvSpPr txBox="1"/>
          <p:nvPr/>
        </p:nvSpPr>
        <p:spPr>
          <a:xfrm>
            <a:off x="1312069" y="1756142"/>
            <a:ext cx="5710236" cy="1631216"/>
          </a:xfrm>
          <a:prstGeom prst="rect">
            <a:avLst/>
          </a:prstGeom>
          <a:noFill/>
        </p:spPr>
        <p:txBody>
          <a:bodyPr wrap="square">
            <a:spAutoFit/>
          </a:bodyPr>
          <a:lstStyle/>
          <a:p>
            <a:pPr marL="342900" indent="-342900">
              <a:buFont typeface="Arial" panose="020B0604020202020204" pitchFamily="34" charset="0"/>
              <a:buChar char="•"/>
            </a:pPr>
            <a:r>
              <a:rPr lang="en-US" sz="2000" dirty="0"/>
              <a:t>Backend : </a:t>
            </a:r>
          </a:p>
          <a:p>
            <a:r>
              <a:rPr lang="en-US" sz="2000" dirty="0"/>
              <a:t>	Python , Django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Frontend : </a:t>
            </a:r>
          </a:p>
          <a:p>
            <a:r>
              <a:rPr lang="en-US" sz="2000" dirty="0"/>
              <a:t>	HTML , CSS , JS , Bootstrap</a:t>
            </a:r>
          </a:p>
        </p:txBody>
      </p:sp>
      <p:pic>
        <p:nvPicPr>
          <p:cNvPr id="2" name="Picture 1">
            <a:extLst>
              <a:ext uri="{FF2B5EF4-FFF2-40B4-BE49-F238E27FC236}">
                <a16:creationId xmlns:a16="http://schemas.microsoft.com/office/drawing/2014/main" id="{0A367FE1-DDBD-6BC9-7E48-589D58C62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 name="TextBox 2610"/>
          <p:cNvSpPr txBox="1"/>
          <p:nvPr/>
        </p:nvSpPr>
        <p:spPr>
          <a:xfrm>
            <a:off x="8144000" y="4643500"/>
            <a:ext cx="500000" cy="500000"/>
          </a:xfrm>
          <a:prstGeom prst="rect">
            <a:avLst/>
          </a:prstGeom>
          <a:noFill/>
        </p:spPr>
        <p:txBody>
          <a:bodyPr wrap="none">
            <a:spAutoFit/>
          </a:bodyPr>
          <a:lstStyle/>
          <a:p>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731C2335-53CC-1625-1E19-2E1B33EF56AA}"/>
            </a:ext>
          </a:extLst>
        </p:cNvPr>
        <p:cNvGrpSpPr/>
        <p:nvPr/>
      </p:nvGrpSpPr>
      <p:grpSpPr>
        <a:xfrm>
          <a:off x="0" y="0"/>
          <a:ext cx="0" cy="0"/>
          <a:chOff x="0" y="0"/>
          <a:chExt cx="0" cy="0"/>
        </a:xfrm>
      </p:grpSpPr>
      <p:sp>
        <p:nvSpPr>
          <p:cNvPr id="2610" name="Google Shape;2610;p114">
            <a:extLst>
              <a:ext uri="{FF2B5EF4-FFF2-40B4-BE49-F238E27FC236}">
                <a16:creationId xmlns:a16="http://schemas.microsoft.com/office/drawing/2014/main" id="{292C868D-5692-2A4D-BEF4-57D49A7AE1DC}"/>
              </a:ext>
            </a:extLst>
          </p:cNvPr>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U</a:t>
            </a:r>
            <a:r>
              <a:rPr lang="en-US" dirty="0"/>
              <a:t>s</a:t>
            </a:r>
            <a:r>
              <a:rPr lang="en" dirty="0"/>
              <a:t>er Roles  </a:t>
            </a:r>
            <a:endParaRPr dirty="0"/>
          </a:p>
        </p:txBody>
      </p:sp>
      <p:sp>
        <p:nvSpPr>
          <p:cNvPr id="3" name="TextBox 2">
            <a:extLst>
              <a:ext uri="{FF2B5EF4-FFF2-40B4-BE49-F238E27FC236}">
                <a16:creationId xmlns:a16="http://schemas.microsoft.com/office/drawing/2014/main" id="{BABF010F-A914-1678-698D-840339E1E8C4}"/>
              </a:ext>
            </a:extLst>
          </p:cNvPr>
          <p:cNvSpPr txBox="1"/>
          <p:nvPr/>
        </p:nvSpPr>
        <p:spPr>
          <a:xfrm>
            <a:off x="713250" y="1255451"/>
            <a:ext cx="8145000" cy="336502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Customers : </a:t>
            </a:r>
          </a:p>
          <a:p>
            <a:pPr lvl="2">
              <a:lnSpc>
                <a:spcPct val="150000"/>
              </a:lnSpc>
            </a:pPr>
            <a:r>
              <a:rPr lang="en-US" sz="1800" dirty="0"/>
              <a:t>		Customers can browse and rent      stylish outfits for various occasions, return them after use, or purchase them if they wish to own them. Boutique owners and shop owners can also sell their clothes. Customers can manage their orders, request refunds, and cancel bookings if needed. The platform offers a Spin-to-Win feature where they can earn and redeem vouchers for discounts. Additionally, with the Buy-Back option, they can customize outfits and later return them in a 20 days ( if want ). </a:t>
            </a:r>
          </a:p>
        </p:txBody>
      </p:sp>
      <p:pic>
        <p:nvPicPr>
          <p:cNvPr id="2" name="Picture 1">
            <a:extLst>
              <a:ext uri="{FF2B5EF4-FFF2-40B4-BE49-F238E27FC236}">
                <a16:creationId xmlns:a16="http://schemas.microsoft.com/office/drawing/2014/main" id="{4A2661AB-EA5E-D513-71A9-32C7A6F19B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 name="TextBox 2610"/>
          <p:cNvSpPr txBox="1"/>
          <p:nvPr/>
        </p:nvSpPr>
        <p:spPr>
          <a:xfrm>
            <a:off x="8144000" y="4643500"/>
            <a:ext cx="500000" cy="500000"/>
          </a:xfrm>
          <a:prstGeom prst="rect">
            <a:avLst/>
          </a:prstGeom>
          <a:noFill/>
        </p:spPr>
        <p:txBody>
          <a:bodyPr wrap="none">
            <a:spAutoFit/>
          </a:bodyPr>
          <a:lstStyle/>
          <a:p>
            <a:r>
              <a:t>15</a:t>
            </a:r>
          </a:p>
        </p:txBody>
      </p:sp>
    </p:spTree>
    <p:extLst>
      <p:ext uri="{BB962C8B-B14F-4D97-AF65-F5344CB8AC3E}">
        <p14:creationId xmlns:p14="http://schemas.microsoft.com/office/powerpoint/2010/main" val="1224685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FB4754D5-0C0C-37DF-CA7E-D90E17C795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CFEC7D-AE03-BAD0-C550-81DE463B8A2C}"/>
              </a:ext>
            </a:extLst>
          </p:cNvPr>
          <p:cNvSpPr txBox="1"/>
          <p:nvPr/>
        </p:nvSpPr>
        <p:spPr>
          <a:xfrm>
            <a:off x="713250" y="1512485"/>
            <a:ext cx="8145000" cy="211852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Sellers :</a:t>
            </a:r>
          </a:p>
          <a:p>
            <a:pPr lvl="2" algn="just">
              <a:lnSpc>
                <a:spcPct val="150000"/>
              </a:lnSpc>
            </a:pPr>
            <a:r>
              <a:rPr lang="en-US" sz="1800" dirty="0"/>
              <a:t>	Sellers can list their clothing items for rent or sale, add product details, update availability, and manage orders. They manage buy back requests . Sellers also manage transactions. Additionally, they can update their account details, ensuring smooth business management.</a:t>
            </a:r>
          </a:p>
        </p:txBody>
      </p:sp>
      <p:pic>
        <p:nvPicPr>
          <p:cNvPr id="2" name="Picture 1">
            <a:extLst>
              <a:ext uri="{FF2B5EF4-FFF2-40B4-BE49-F238E27FC236}">
                <a16:creationId xmlns:a16="http://schemas.microsoft.com/office/drawing/2014/main" id="{FB965A0B-6CA4-E332-1241-EBDE18707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16</a:t>
            </a:r>
          </a:p>
        </p:txBody>
      </p:sp>
    </p:spTree>
    <p:extLst>
      <p:ext uri="{BB962C8B-B14F-4D97-AF65-F5344CB8AC3E}">
        <p14:creationId xmlns:p14="http://schemas.microsoft.com/office/powerpoint/2010/main" val="4190006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77FA9A0A-6AA3-E023-8866-C9F737437A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881457-EE38-15BE-4FE9-A956956DC9E8}"/>
              </a:ext>
            </a:extLst>
          </p:cNvPr>
          <p:cNvSpPr txBox="1"/>
          <p:nvPr/>
        </p:nvSpPr>
        <p:spPr>
          <a:xfrm>
            <a:off x="637050" y="1645835"/>
            <a:ext cx="8145000" cy="253402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Delivery Partners :</a:t>
            </a:r>
          </a:p>
          <a:p>
            <a:pPr lvl="2" algn="just">
              <a:lnSpc>
                <a:spcPct val="150000"/>
              </a:lnSpc>
            </a:pPr>
            <a:r>
              <a:rPr lang="en-US" sz="1800" dirty="0"/>
              <a:t>	Delivery partners handle order pickups and deliveries, collecting outfits from sellers and delivering them to customers. They also manage return pickups and update order statuses such as picked up or delivered. A dashboard allows them to track earnings, view completed deliveries, and manage their profiles, including work location . </a:t>
            </a:r>
          </a:p>
        </p:txBody>
      </p:sp>
      <p:pic>
        <p:nvPicPr>
          <p:cNvPr id="2" name="Picture 1">
            <a:extLst>
              <a:ext uri="{FF2B5EF4-FFF2-40B4-BE49-F238E27FC236}">
                <a16:creationId xmlns:a16="http://schemas.microsoft.com/office/drawing/2014/main" id="{5E2F9041-358A-BCC8-92EC-F7056DBA3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17</a:t>
            </a:r>
          </a:p>
        </p:txBody>
      </p:sp>
    </p:spTree>
    <p:extLst>
      <p:ext uri="{BB962C8B-B14F-4D97-AF65-F5344CB8AC3E}">
        <p14:creationId xmlns:p14="http://schemas.microsoft.com/office/powerpoint/2010/main" val="686613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DA632AC7-0831-5723-472B-90FD8DE775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549707-62C6-E58B-7286-FBE18D67EFB5}"/>
              </a:ext>
            </a:extLst>
          </p:cNvPr>
          <p:cNvSpPr txBox="1"/>
          <p:nvPr/>
        </p:nvSpPr>
        <p:spPr>
          <a:xfrm>
            <a:off x="637050" y="1645835"/>
            <a:ext cx="8145000" cy="253402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Admin :</a:t>
            </a:r>
          </a:p>
          <a:p>
            <a:pPr lvl="2" algn="just">
              <a:lnSpc>
                <a:spcPct val="150000"/>
              </a:lnSpc>
            </a:pPr>
            <a:r>
              <a:rPr lang="en-US" sz="1800" dirty="0"/>
              <a:t>	The admin oversees the platform, ensuring a smooth experience for all users. They manage customer , </a:t>
            </a:r>
            <a:r>
              <a:rPr lang="en-US" sz="1800" dirty="0" err="1"/>
              <a:t>dp</a:t>
            </a:r>
            <a:r>
              <a:rPr lang="en-US" sz="1800" dirty="0"/>
              <a:t> and seller accounts, approve or suspend profiles, and resolve disputes related to rentals, payments, or damaged products. Admins also monitor product listings, handle refunds, and process seller and delivery partner payments. </a:t>
            </a:r>
          </a:p>
        </p:txBody>
      </p:sp>
      <p:pic>
        <p:nvPicPr>
          <p:cNvPr id="2" name="Picture 1">
            <a:extLst>
              <a:ext uri="{FF2B5EF4-FFF2-40B4-BE49-F238E27FC236}">
                <a16:creationId xmlns:a16="http://schemas.microsoft.com/office/drawing/2014/main" id="{500BBF7A-0CA0-C0B5-6348-DEE19CF08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18</a:t>
            </a:r>
          </a:p>
        </p:txBody>
      </p:sp>
    </p:spTree>
    <p:extLst>
      <p:ext uri="{BB962C8B-B14F-4D97-AF65-F5344CB8AC3E}">
        <p14:creationId xmlns:p14="http://schemas.microsoft.com/office/powerpoint/2010/main" val="3464984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BDE54CA8-0F25-8A9B-F5BC-02F5F3223660}"/>
            </a:ext>
          </a:extLst>
        </p:cNvPr>
        <p:cNvGrpSpPr/>
        <p:nvPr/>
      </p:nvGrpSpPr>
      <p:grpSpPr>
        <a:xfrm>
          <a:off x="0" y="0"/>
          <a:ext cx="0" cy="0"/>
          <a:chOff x="0" y="0"/>
          <a:chExt cx="0" cy="0"/>
        </a:xfrm>
      </p:grpSpPr>
      <p:sp>
        <p:nvSpPr>
          <p:cNvPr id="2610" name="Google Shape;2610;p114">
            <a:extLst>
              <a:ext uri="{FF2B5EF4-FFF2-40B4-BE49-F238E27FC236}">
                <a16:creationId xmlns:a16="http://schemas.microsoft.com/office/drawing/2014/main" id="{7819223A-AA21-C8DC-BE03-C6151BF0E389}"/>
              </a:ext>
            </a:extLst>
          </p:cNvPr>
          <p:cNvSpPr txBox="1">
            <a:spLocks noGrp="1"/>
          </p:cNvSpPr>
          <p:nvPr>
            <p:ph type="title"/>
          </p:nvPr>
        </p:nvSpPr>
        <p:spPr>
          <a:xfrm>
            <a:off x="713250" y="523025"/>
            <a:ext cx="7717500" cy="54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Key features</a:t>
            </a:r>
            <a:endParaRPr dirty="0"/>
          </a:p>
        </p:txBody>
      </p:sp>
      <p:sp>
        <p:nvSpPr>
          <p:cNvPr id="3" name="TextBox 2">
            <a:extLst>
              <a:ext uri="{FF2B5EF4-FFF2-40B4-BE49-F238E27FC236}">
                <a16:creationId xmlns:a16="http://schemas.microsoft.com/office/drawing/2014/main" id="{5A559D8F-8BE3-B2BE-D336-C75103AE949E}"/>
              </a:ext>
            </a:extLst>
          </p:cNvPr>
          <p:cNvSpPr txBox="1"/>
          <p:nvPr/>
        </p:nvSpPr>
        <p:spPr>
          <a:xfrm>
            <a:off x="713250" y="1188350"/>
            <a:ext cx="8145000" cy="378052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Buy Back Option : The Buy-Back feature allows customers to purchase and customize rented outfits with options like stone adding , or alterations. After use, they can return the outfit in a limited 20 days for a guaranteed buy-back price ( if they want ) , ensuring they recover part of their cost. </a:t>
            </a:r>
          </a:p>
          <a:p>
            <a:pPr>
              <a:lnSpc>
                <a:spcPct val="150000"/>
              </a:lnSpc>
            </a:pPr>
            <a:endParaRPr lang="en-US" sz="1800" dirty="0"/>
          </a:p>
          <a:p>
            <a:pPr marL="285750" lvl="2" indent="-285750">
              <a:lnSpc>
                <a:spcPct val="150000"/>
              </a:lnSpc>
              <a:buFont typeface="Arial" panose="020B0604020202020204" pitchFamily="34" charset="0"/>
              <a:buChar char="•"/>
            </a:pPr>
            <a:r>
              <a:rPr lang="en-US" sz="1800" dirty="0"/>
              <a:t>Reselling Rented Clothes : Sellers can offer rented clothes for resale after multiple rentals (e.g., 5-10 times) at a discounted price. This ensures that outfits are reused efficiently, making fashion more affordable and reducing waste. </a:t>
            </a:r>
          </a:p>
        </p:txBody>
      </p:sp>
      <p:pic>
        <p:nvPicPr>
          <p:cNvPr id="2" name="Picture 1">
            <a:extLst>
              <a:ext uri="{FF2B5EF4-FFF2-40B4-BE49-F238E27FC236}">
                <a16:creationId xmlns:a16="http://schemas.microsoft.com/office/drawing/2014/main" id="{91D01DCB-30D3-A8B9-F1AC-1998F2167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 name="TextBox 2610"/>
          <p:cNvSpPr txBox="1"/>
          <p:nvPr/>
        </p:nvSpPr>
        <p:spPr>
          <a:xfrm>
            <a:off x="8144000" y="4643500"/>
            <a:ext cx="500000" cy="500000"/>
          </a:xfrm>
          <a:prstGeom prst="rect">
            <a:avLst/>
          </a:prstGeom>
          <a:noFill/>
        </p:spPr>
        <p:txBody>
          <a:bodyPr wrap="none">
            <a:spAutoFit/>
          </a:bodyPr>
          <a:lstStyle/>
          <a:p>
            <a:r>
              <a:t>19</a:t>
            </a:r>
          </a:p>
        </p:txBody>
      </p:sp>
    </p:spTree>
    <p:extLst>
      <p:ext uri="{BB962C8B-B14F-4D97-AF65-F5344CB8AC3E}">
        <p14:creationId xmlns:p14="http://schemas.microsoft.com/office/powerpoint/2010/main" val="2664287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9">
          <a:extLst>
            <a:ext uri="{FF2B5EF4-FFF2-40B4-BE49-F238E27FC236}">
              <a16:creationId xmlns:a16="http://schemas.microsoft.com/office/drawing/2014/main" id="{A6CE55B7-C4FD-BA1A-5735-13D4142353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E78DA0-11B3-7453-E8A1-38DE55248EA4}"/>
              </a:ext>
            </a:extLst>
          </p:cNvPr>
          <p:cNvSpPr txBox="1"/>
          <p:nvPr/>
        </p:nvSpPr>
        <p:spPr>
          <a:xfrm>
            <a:off x="713250" y="1188350"/>
            <a:ext cx="8145000" cy="336502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dirty="0"/>
              <a:t>Spin-to-Win: The Spin-to-Win feature makes shopping more exciting by allowing customers to spin a wheel and win rewards coins. Coins are used to redeemed vouchers so that they can use the voucher code for discount. </a:t>
            </a:r>
          </a:p>
          <a:p>
            <a:pPr>
              <a:lnSpc>
                <a:spcPct val="150000"/>
              </a:lnSpc>
            </a:pPr>
            <a:endParaRPr lang="en-US" sz="1800" dirty="0"/>
          </a:p>
          <a:p>
            <a:pPr marL="285750" lvl="2" indent="-285750">
              <a:lnSpc>
                <a:spcPct val="150000"/>
              </a:lnSpc>
              <a:buFont typeface="Arial" panose="020B0604020202020204" pitchFamily="34" charset="0"/>
              <a:buChar char="•"/>
            </a:pPr>
            <a:r>
              <a:rPr lang="en-US" sz="1800" dirty="0"/>
              <a:t>Secure Payment With Stripe : The platform ensures secure and seamless payments using Stripe, a trusted payment gateway. Customers can pay safely . Stripe also enables smooth payouts for sellers and delivery partners while ensuring fraud protection and transaction security.</a:t>
            </a:r>
          </a:p>
        </p:txBody>
      </p:sp>
      <p:pic>
        <p:nvPicPr>
          <p:cNvPr id="2" name="Picture 1">
            <a:extLst>
              <a:ext uri="{FF2B5EF4-FFF2-40B4-BE49-F238E27FC236}">
                <a16:creationId xmlns:a16="http://schemas.microsoft.com/office/drawing/2014/main" id="{EC93A358-F36C-363D-C475-7AAEAD932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20</a:t>
            </a:r>
          </a:p>
        </p:txBody>
      </p:sp>
    </p:spTree>
    <p:extLst>
      <p:ext uri="{BB962C8B-B14F-4D97-AF65-F5344CB8AC3E}">
        <p14:creationId xmlns:p14="http://schemas.microsoft.com/office/powerpoint/2010/main" val="1051332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4">
          <a:extLst>
            <a:ext uri="{FF2B5EF4-FFF2-40B4-BE49-F238E27FC236}">
              <a16:creationId xmlns:a16="http://schemas.microsoft.com/office/drawing/2014/main" id="{661A023E-1FA4-6FDC-5842-CC9CB8903F13}"/>
            </a:ext>
          </a:extLst>
        </p:cNvPr>
        <p:cNvGrpSpPr/>
        <p:nvPr/>
      </p:nvGrpSpPr>
      <p:grpSpPr>
        <a:xfrm>
          <a:off x="0" y="0"/>
          <a:ext cx="0" cy="0"/>
          <a:chOff x="0" y="0"/>
          <a:chExt cx="0" cy="0"/>
        </a:xfrm>
      </p:grpSpPr>
      <p:sp>
        <p:nvSpPr>
          <p:cNvPr id="2595" name="Google Shape;2595;p112">
            <a:extLst>
              <a:ext uri="{FF2B5EF4-FFF2-40B4-BE49-F238E27FC236}">
                <a16:creationId xmlns:a16="http://schemas.microsoft.com/office/drawing/2014/main" id="{082E5722-FE38-A10D-645C-422C096E83F7}"/>
              </a:ext>
            </a:extLst>
          </p:cNvPr>
          <p:cNvSpPr txBox="1">
            <a:spLocks noGrp="1"/>
          </p:cNvSpPr>
          <p:nvPr>
            <p:ph type="title"/>
          </p:nvPr>
        </p:nvSpPr>
        <p:spPr>
          <a:xfrm>
            <a:off x="2019300" y="1960425"/>
            <a:ext cx="5105400" cy="121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System Design (Diagrams)</a:t>
            </a:r>
            <a:endParaRPr dirty="0"/>
          </a:p>
        </p:txBody>
      </p:sp>
      <p:sp>
        <p:nvSpPr>
          <p:cNvPr id="2597" name="Google Shape;2597;p112">
            <a:extLst>
              <a:ext uri="{FF2B5EF4-FFF2-40B4-BE49-F238E27FC236}">
                <a16:creationId xmlns:a16="http://schemas.microsoft.com/office/drawing/2014/main" id="{5ABD14F7-FA1C-91CB-07BF-EBBE6D2A26B0}"/>
              </a:ext>
            </a:extLst>
          </p:cNvPr>
          <p:cNvSpPr/>
          <p:nvPr/>
        </p:nvSpPr>
        <p:spPr>
          <a:xfrm>
            <a:off x="3881688" y="3438625"/>
            <a:ext cx="1380619" cy="52850"/>
          </a:xfrm>
          <a:custGeom>
            <a:avLst/>
            <a:gdLst/>
            <a:ahLst/>
            <a:cxnLst/>
            <a:rect l="l" t="t" r="r" b="b"/>
            <a:pathLst>
              <a:path w="17505" h="670" extrusionOk="0">
                <a:moveTo>
                  <a:pt x="0" y="0"/>
                </a:moveTo>
                <a:lnTo>
                  <a:pt x="0" y="669"/>
                </a:lnTo>
                <a:lnTo>
                  <a:pt x="17505" y="669"/>
                </a:lnTo>
                <a:lnTo>
                  <a:pt x="17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C2268D00-CD51-7FCB-3F3B-103C1894F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8" name="TextBox 2597"/>
          <p:cNvSpPr txBox="1"/>
          <p:nvPr/>
        </p:nvSpPr>
        <p:spPr>
          <a:xfrm>
            <a:off x="8144000" y="4643500"/>
            <a:ext cx="500000" cy="500000"/>
          </a:xfrm>
          <a:prstGeom prst="rect">
            <a:avLst/>
          </a:prstGeom>
          <a:noFill/>
        </p:spPr>
        <p:txBody>
          <a:bodyPr wrap="none">
            <a:spAutoFit/>
          </a:bodyPr>
          <a:lstStyle/>
          <a:p>
            <a:r>
              <a:t>21</a:t>
            </a:r>
          </a:p>
        </p:txBody>
      </p:sp>
    </p:spTree>
    <p:extLst>
      <p:ext uri="{BB962C8B-B14F-4D97-AF65-F5344CB8AC3E}">
        <p14:creationId xmlns:p14="http://schemas.microsoft.com/office/powerpoint/2010/main" val="175720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95"/>
                                        </p:tgtEl>
                                        <p:attrNameLst>
                                          <p:attrName>style.visibility</p:attrName>
                                        </p:attrNameLst>
                                      </p:cBhvr>
                                      <p:to>
                                        <p:strVal val="visible"/>
                                      </p:to>
                                    </p:set>
                                    <p:animEffect transition="in" filter="fade">
                                      <p:cBhvr>
                                        <p:cTn id="7" dur="1000"/>
                                        <p:tgtEl>
                                          <p:spTgt spid="2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25;p85">
            <a:extLst>
              <a:ext uri="{FF2B5EF4-FFF2-40B4-BE49-F238E27FC236}">
                <a16:creationId xmlns:a16="http://schemas.microsoft.com/office/drawing/2014/main" id="{72A80646-CE41-6FB5-C9E1-1F17EEA7FFA3}"/>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Usecase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rPr>
              <a:t>Usecase</a:t>
            </a:r>
            <a:endParaRPr lang="en-US" sz="2500" dirty="0">
              <a:latin typeface="Arial" panose="020B0604020202020204" pitchFamily="34" charset="0"/>
              <a:ea typeface="Calibri" panose="020F0502020204030204" pitchFamily="34" charset="0"/>
              <a:cs typeface="Shruti" panose="020B0502040204020203" pitchFamily="34" charset="0"/>
            </a:endParaRPr>
          </a:p>
          <a:p>
            <a:pPr algn="just">
              <a:spcBef>
                <a:spcPts val="600"/>
              </a:spcBef>
              <a:spcAft>
                <a:spcPts val="600"/>
              </a:spcAft>
            </a:pPr>
            <a:endParaRPr lang="en-US" sz="2500" dirty="0">
              <a:latin typeface="Arial" panose="020B0604020202020204" pitchFamily="34" charset="0"/>
              <a:ea typeface="Calibri" panose="020F0502020204030204" pitchFamily="34" charset="0"/>
              <a:cs typeface="Shruti" panose="020B0502040204020203" pitchFamily="34" charset="0"/>
            </a:endParaRPr>
          </a:p>
          <a:p>
            <a:pPr marL="457200" indent="-457200" algn="just">
              <a:spcBef>
                <a:spcPts val="600"/>
              </a:spcBef>
              <a:spcAft>
                <a:spcPts val="600"/>
              </a:spcAft>
              <a:buFont typeface="Arial" panose="020B0604020202020204" pitchFamily="34" charset="0"/>
              <a:buChar char="•"/>
            </a:pPr>
            <a:r>
              <a:rPr lang="en-US" sz="2800" dirty="0">
                <a:latin typeface="Arial" panose="020B0604020202020204" pitchFamily="34" charset="0"/>
                <a:ea typeface="Calibri" panose="020F0502020204030204" pitchFamily="34" charset="0"/>
                <a:cs typeface="Shruti" panose="020B0502040204020203" pitchFamily="34" charset="0"/>
              </a:rPr>
              <a:t>ER Diagram :-  </a:t>
            </a:r>
          </a:p>
          <a:p>
            <a:pPr algn="just">
              <a:spcBef>
                <a:spcPts val="600"/>
              </a:spcBef>
              <a:spcAft>
                <a:spcPts val="600"/>
              </a:spcAft>
            </a:pPr>
            <a:r>
              <a:rPr lang="en-US" sz="2800" dirty="0">
                <a:latin typeface="Arial" panose="020B0604020202020204" pitchFamily="34" charset="0"/>
                <a:ea typeface="Calibri" panose="020F0502020204030204" pitchFamily="34" charset="0"/>
                <a:cs typeface="Shruti" panose="020B0502040204020203" pitchFamily="34" charset="0"/>
              </a:rPr>
              <a:t>	</a:t>
            </a:r>
            <a:r>
              <a:rPr lang="en-US" sz="1800" dirty="0">
                <a:latin typeface="Arial" panose="020B0604020202020204" pitchFamily="34" charset="0"/>
                <a:ea typeface="Calibri" panose="020F0502020204030204" pitchFamily="34" charset="0"/>
                <a:cs typeface="Shruti" panose="020B0502040204020203" pitchFamily="34" charset="0"/>
              </a:rPr>
              <a:t>Click on this link :- </a:t>
            </a:r>
            <a:r>
              <a:rPr lang="en-US" sz="2400" dirty="0">
                <a:latin typeface="Arial" panose="020B0604020202020204" pitchFamily="34" charset="0"/>
                <a:ea typeface="Calibri" panose="020F0502020204030204" pitchFamily="34" charset="0"/>
                <a:cs typeface="Shruti" panose="020B0502040204020203" pitchFamily="34" charset="0"/>
                <a:hlinkClick r:id="rId3" action="ppaction://hlinkfile"/>
              </a:rPr>
              <a:t>ER</a:t>
            </a:r>
            <a:endParaRPr lang="en-US" sz="2500" dirty="0">
              <a:latin typeface="Calibri" panose="020F0502020204030204" pitchFamily="34" charset="0"/>
              <a:ea typeface="Calibri" panose="020F0502020204030204" pitchFamily="34" charset="0"/>
              <a:cs typeface="Shruti" panose="020B0502040204020203" pitchFamily="34" charset="0"/>
            </a:endParaRPr>
          </a:p>
        </p:txBody>
      </p:sp>
      <p:pic>
        <p:nvPicPr>
          <p:cNvPr id="3" name="Picture 2">
            <a:extLst>
              <a:ext uri="{FF2B5EF4-FFF2-40B4-BE49-F238E27FC236}">
                <a16:creationId xmlns:a16="http://schemas.microsoft.com/office/drawing/2014/main" id="{448E71D4-ADF7-2C36-35B5-B126E45E4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22</a:t>
            </a:r>
          </a:p>
        </p:txBody>
      </p:sp>
    </p:spTree>
    <p:extLst>
      <p:ext uri="{BB962C8B-B14F-4D97-AF65-F5344CB8AC3E}">
        <p14:creationId xmlns:p14="http://schemas.microsoft.com/office/powerpoint/2010/main" val="3270338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74754-E996-8525-1D21-567BAB421724}"/>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66C3EDB9-0578-6CA7-873D-68D539F2C9E3}"/>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Activity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rPr>
              <a:t>Activity ( customer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3"/>
              </a:rPr>
              <a:t>Activity ( seller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4"/>
              </a:rPr>
              <a:t>Activity ( delivery partner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5"/>
              </a:rPr>
              <a:t>Activity ( admin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EA266526-8A89-0D3E-31A4-5AEB20CCE4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23</a:t>
            </a:r>
          </a:p>
        </p:txBody>
      </p:sp>
    </p:spTree>
    <p:extLst>
      <p:ext uri="{BB962C8B-B14F-4D97-AF65-F5344CB8AC3E}">
        <p14:creationId xmlns:p14="http://schemas.microsoft.com/office/powerpoint/2010/main" val="2195412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AEFD3-BB46-FFF0-2054-DB17746A3B23}"/>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6D11FF38-B0F7-8807-89A7-42221237007A}"/>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Sequence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ction="ppaction://hlinkfile"/>
              </a:rPr>
              <a:t>Se</a:t>
            </a:r>
            <a:r>
              <a:rPr lang="en-US" sz="2500" dirty="0">
                <a:latin typeface="Arial" panose="020B0604020202020204" pitchFamily="34" charset="0"/>
                <a:ea typeface="Calibri" panose="020F0502020204030204" pitchFamily="34" charset="0"/>
                <a:cs typeface="Shruti" panose="020B0502040204020203" pitchFamily="34" charset="0"/>
                <a:hlinkClick r:id="rId3"/>
              </a:rPr>
              <a:t>quence ( customer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4"/>
              </a:rPr>
              <a:t>Sequence ( seller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5"/>
              </a:rPr>
              <a:t>Sequence ( delivery partner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6"/>
              </a:rPr>
              <a:t>Sequence ( admin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A9DF2249-86EC-70B7-3CB6-578B8F7260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24</a:t>
            </a:r>
          </a:p>
        </p:txBody>
      </p:sp>
    </p:spTree>
    <p:extLst>
      <p:ext uri="{BB962C8B-B14F-4D97-AF65-F5344CB8AC3E}">
        <p14:creationId xmlns:p14="http://schemas.microsoft.com/office/powerpoint/2010/main" val="3195521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0C17-F997-EEBD-D4F2-C745CF5CFD18}"/>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770C5193-A05C-7AC0-BB2E-0D212E8C521E}"/>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DFD (level 0)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rPr>
              <a:t>DFD 0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699728AC-D278-697A-846F-C42FF2A7F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25</a:t>
            </a:r>
          </a:p>
        </p:txBody>
      </p:sp>
    </p:spTree>
    <p:extLst>
      <p:ext uri="{BB962C8B-B14F-4D97-AF65-F5344CB8AC3E}">
        <p14:creationId xmlns:p14="http://schemas.microsoft.com/office/powerpoint/2010/main" val="3430259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FAEF-5D3A-FC72-BDF8-3A00D2A4A1A0}"/>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9D303C56-524D-2223-77D8-43C7B12A3484}"/>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DFD (level 1)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rPr>
              <a:t>DFD 1 ( customer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3"/>
              </a:rPr>
              <a:t>DFD 1 ( seller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4"/>
              </a:rPr>
              <a:t>DFD 1 ( delivery partner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5"/>
              </a:rPr>
              <a:t>DFD 1 ( admin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0E6D68C4-A584-E5C6-D70C-D786C367A2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26</a:t>
            </a:r>
          </a:p>
        </p:txBody>
      </p:sp>
    </p:spTree>
    <p:extLst>
      <p:ext uri="{BB962C8B-B14F-4D97-AF65-F5344CB8AC3E}">
        <p14:creationId xmlns:p14="http://schemas.microsoft.com/office/powerpoint/2010/main" val="3638088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2CFB0-2ED4-B35C-5123-2CAE13663E70}"/>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E7E1A9FE-66D5-06AC-6269-0A47F117D314}"/>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DFD (level 2)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ction="ppaction://hlinkfile"/>
              </a:rPr>
              <a:t>DFD 2 ( customer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3" action="ppaction://hlinkfile"/>
              </a:rPr>
              <a:t>DFD 2 ( seller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4" action="ppaction://hlinkfile"/>
              </a:rPr>
              <a:t>DFD 2 ( delivery partner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5" action="ppaction://hlinkfile"/>
              </a:rPr>
              <a:t>DFD 2 ( admin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EA27A9AC-AFEA-4BBD-35A0-72D6472C9F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27</a:t>
            </a:r>
          </a:p>
        </p:txBody>
      </p:sp>
    </p:spTree>
    <p:extLst>
      <p:ext uri="{BB962C8B-B14F-4D97-AF65-F5344CB8AC3E}">
        <p14:creationId xmlns:p14="http://schemas.microsoft.com/office/powerpoint/2010/main" val="1948001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207F9-46F7-F81B-8603-96D68D09A685}"/>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4B1D9952-AAED-61E1-0916-92F026CEDE83}"/>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Flowchart Diagram :-  </a:t>
            </a:r>
          </a:p>
          <a:p>
            <a:pPr algn="just">
              <a:spcBef>
                <a:spcPts val="600"/>
              </a:spcBef>
              <a:spcAft>
                <a:spcPts val="600"/>
              </a:spcAft>
            </a:pPr>
            <a:r>
              <a:rPr lang="en-US" sz="3000" dirty="0">
                <a:latin typeface="Arial" panose="020B0604020202020204" pitchFamily="34" charset="0"/>
                <a:ea typeface="Calibri" panose="020F0502020204030204" pitchFamily="34" charset="0"/>
                <a:cs typeface="Shruti" panose="020B0502040204020203" pitchFamily="34" charset="0"/>
              </a:rPr>
              <a:t>	</a:t>
            </a:r>
            <a:r>
              <a:rPr lang="en-US" sz="2000" dirty="0">
                <a:latin typeface="Arial" panose="020B0604020202020204" pitchFamily="34" charset="0"/>
                <a:ea typeface="Calibri" panose="020F0502020204030204" pitchFamily="34" charset="0"/>
                <a:cs typeface="Shruti" panose="020B0502040204020203" pitchFamily="34" charset="0"/>
              </a:rPr>
              <a:t>Click on this link :- </a:t>
            </a:r>
            <a:r>
              <a:rPr lang="en-US" sz="2500" dirty="0">
                <a:latin typeface="Arial" panose="020B0604020202020204" pitchFamily="34" charset="0"/>
                <a:ea typeface="Calibri" panose="020F0502020204030204" pitchFamily="34" charset="0"/>
                <a:cs typeface="Shruti" panose="020B0502040204020203" pitchFamily="34" charset="0"/>
                <a:hlinkClick r:id="rId2"/>
              </a:rPr>
              <a:t>Flowchart ( customer )</a:t>
            </a:r>
            <a:endParaRPr lang="en-US" sz="2500" dirty="0">
              <a:latin typeface="Arial" panose="020B0604020202020204" pitchFamily="34" charset="0"/>
              <a:ea typeface="Calibri" panose="020F0502020204030204" pitchFamily="34" charset="0"/>
              <a:cs typeface="Shruti" panose="020B0502040204020203" pitchFamily="34" charset="0"/>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3"/>
              </a:rPr>
              <a:t>Flowchart ( seller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4"/>
              </a:rPr>
              <a:t>Flowchart ( delivery partner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5"/>
              </a:rPr>
              <a:t>Flowchart ( admin )</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577ECA13-809E-095A-390D-FE4A21A1C7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F441EE3D-2D6E-29B7-7742-77C733D5CF1B}"/>
              </a:ext>
            </a:extLst>
          </p:cNvPr>
          <p:cNvSpPr txBox="1"/>
          <p:nvPr/>
        </p:nvSpPr>
        <p:spPr>
          <a:xfrm>
            <a:off x="8144000" y="4643500"/>
            <a:ext cx="500000" cy="500000"/>
          </a:xfrm>
          <a:prstGeom prst="rect">
            <a:avLst/>
          </a:prstGeom>
          <a:noFill/>
        </p:spPr>
        <p:txBody>
          <a:bodyPr wrap="none">
            <a:spAutoFit/>
          </a:bodyPr>
          <a:lstStyle/>
          <a:p>
            <a:r>
              <a:t>27</a:t>
            </a:r>
          </a:p>
        </p:txBody>
      </p:sp>
    </p:spTree>
    <p:extLst>
      <p:ext uri="{BB962C8B-B14F-4D97-AF65-F5344CB8AC3E}">
        <p14:creationId xmlns:p14="http://schemas.microsoft.com/office/powerpoint/2010/main" val="385257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18D1D-2647-F165-19C7-4E93D10E734D}"/>
            </a:ext>
          </a:extLst>
        </p:cNvPr>
        <p:cNvGrpSpPr/>
        <p:nvPr/>
      </p:nvGrpSpPr>
      <p:grpSpPr>
        <a:xfrm>
          <a:off x="0" y="0"/>
          <a:ext cx="0" cy="0"/>
          <a:chOff x="0" y="0"/>
          <a:chExt cx="0" cy="0"/>
        </a:xfrm>
      </p:grpSpPr>
      <p:sp>
        <p:nvSpPr>
          <p:cNvPr id="2" name="Google Shape;2025;p85">
            <a:extLst>
              <a:ext uri="{FF2B5EF4-FFF2-40B4-BE49-F238E27FC236}">
                <a16:creationId xmlns:a16="http://schemas.microsoft.com/office/drawing/2014/main" id="{00F9BDEB-D1D4-4C19-52D6-403A784A78CA}"/>
              </a:ext>
            </a:extLst>
          </p:cNvPr>
          <p:cNvSpPr txBox="1">
            <a:spLocks/>
          </p:cNvSpPr>
          <p:nvPr/>
        </p:nvSpPr>
        <p:spPr>
          <a:xfrm>
            <a:off x="1257443" y="1156154"/>
            <a:ext cx="8439062" cy="3396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spcBef>
                <a:spcPts val="600"/>
              </a:spcBef>
              <a:spcAft>
                <a:spcPts val="600"/>
              </a:spcAft>
              <a:buFont typeface="Arial" panose="020B0604020202020204" pitchFamily="34" charset="0"/>
              <a:buChar char="•"/>
            </a:pPr>
            <a:r>
              <a:rPr lang="en-US" sz="3000" dirty="0">
                <a:latin typeface="Arial" panose="020B0604020202020204" pitchFamily="34" charset="0"/>
                <a:ea typeface="Calibri" panose="020F0502020204030204" pitchFamily="34" charset="0"/>
                <a:cs typeface="Shruti" panose="020B0502040204020203" pitchFamily="34" charset="0"/>
              </a:rPr>
              <a:t>Class Diagram :-  </a:t>
            </a:r>
          </a:p>
          <a:p>
            <a:pPr algn="just">
              <a:spcBef>
                <a:spcPts val="600"/>
              </a:spcBef>
              <a:spcAft>
                <a:spcPts val="600"/>
              </a:spcAft>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rPr>
              <a:t>	Click on this link :- </a:t>
            </a:r>
            <a:r>
              <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hlinkClick r:id="rId2"/>
              </a:rPr>
              <a:t>Class</a:t>
            </a: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a:p>
            <a:pPr marL="0" marR="0" lvl="0" indent="0" algn="just" defTabSz="914400" rtl="0" eaLnBrk="1" fontAlgn="auto" latinLnBrk="0" hangingPunct="1">
              <a:lnSpc>
                <a:spcPct val="100000"/>
              </a:lnSpc>
              <a:spcBef>
                <a:spcPts val="600"/>
              </a:spcBef>
              <a:spcAft>
                <a:spcPts val="600"/>
              </a:spcAft>
              <a:buClr>
                <a:srgbClr val="000000"/>
              </a:buClr>
              <a:buSzTx/>
              <a:buFont typeface="Arial"/>
              <a:buNone/>
              <a:tabLst/>
              <a:defRPr/>
            </a:pPr>
            <a:endParaRPr kumimoji="0" lang="en-US" sz="2500" b="0" i="0" u="none" strike="noStrike" kern="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Shruti" panose="020B0502040204020203" pitchFamily="34" charset="0"/>
              <a:sym typeface="Arial"/>
            </a:endParaRPr>
          </a:p>
        </p:txBody>
      </p:sp>
      <p:pic>
        <p:nvPicPr>
          <p:cNvPr id="3" name="Picture 2">
            <a:extLst>
              <a:ext uri="{FF2B5EF4-FFF2-40B4-BE49-F238E27FC236}">
                <a16:creationId xmlns:a16="http://schemas.microsoft.com/office/drawing/2014/main" id="{6AD1A3DE-509A-5A38-EEC6-022E58B6B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28</a:t>
            </a:r>
          </a:p>
        </p:txBody>
      </p:sp>
    </p:spTree>
    <p:extLst>
      <p:ext uri="{BB962C8B-B14F-4D97-AF65-F5344CB8AC3E}">
        <p14:creationId xmlns:p14="http://schemas.microsoft.com/office/powerpoint/2010/main" val="1985172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99"/>
        <p:cNvGrpSpPr/>
        <p:nvPr/>
      </p:nvGrpSpPr>
      <p:grpSpPr>
        <a:xfrm>
          <a:off x="0" y="0"/>
          <a:ext cx="0" cy="0"/>
          <a:chOff x="0" y="0"/>
          <a:chExt cx="0" cy="0"/>
        </a:xfrm>
      </p:grpSpPr>
      <p:sp>
        <p:nvSpPr>
          <p:cNvPr id="2" name="Google Shape;2090;p92">
            <a:extLst>
              <a:ext uri="{FF2B5EF4-FFF2-40B4-BE49-F238E27FC236}">
                <a16:creationId xmlns:a16="http://schemas.microsoft.com/office/drawing/2014/main" id="{CE581B6F-59EE-92A9-3662-B6426BDAB837}"/>
              </a:ext>
            </a:extLst>
          </p:cNvPr>
          <p:cNvSpPr txBox="1">
            <a:spLocks/>
          </p:cNvSpPr>
          <p:nvPr/>
        </p:nvSpPr>
        <p:spPr>
          <a:xfrm>
            <a:off x="2095500" y="1964850"/>
            <a:ext cx="5105400" cy="1213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5400" b="1" dirty="0">
                <a:solidFill>
                  <a:schemeClr val="accent2"/>
                </a:solidFill>
                <a:latin typeface="Hammersmith One" panose="02010703030501060504" pitchFamily="2" charset="0"/>
              </a:rPr>
              <a:t>Results</a:t>
            </a:r>
            <a:r>
              <a:rPr lang="en-US" dirty="0">
                <a:solidFill>
                  <a:schemeClr val="accent2"/>
                </a:solidFill>
              </a:rPr>
              <a:t> </a:t>
            </a:r>
          </a:p>
        </p:txBody>
      </p:sp>
      <p:sp>
        <p:nvSpPr>
          <p:cNvPr id="3" name="Google Shape;2092;p92">
            <a:extLst>
              <a:ext uri="{FF2B5EF4-FFF2-40B4-BE49-F238E27FC236}">
                <a16:creationId xmlns:a16="http://schemas.microsoft.com/office/drawing/2014/main" id="{32B04418-906B-6D69-6F92-734B8DC660BD}"/>
              </a:ext>
            </a:extLst>
          </p:cNvPr>
          <p:cNvSpPr/>
          <p:nvPr/>
        </p:nvSpPr>
        <p:spPr>
          <a:xfrm>
            <a:off x="3957890" y="3125800"/>
            <a:ext cx="1380619" cy="52850"/>
          </a:xfrm>
          <a:custGeom>
            <a:avLst/>
            <a:gdLst/>
            <a:ahLst/>
            <a:cxnLst/>
            <a:rect l="l" t="t" r="r" b="b"/>
            <a:pathLst>
              <a:path w="17505" h="670" extrusionOk="0">
                <a:moveTo>
                  <a:pt x="0" y="0"/>
                </a:moveTo>
                <a:lnTo>
                  <a:pt x="0" y="669"/>
                </a:lnTo>
                <a:lnTo>
                  <a:pt x="17505" y="669"/>
                </a:lnTo>
                <a:lnTo>
                  <a:pt x="17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F7447F6F-BF19-7936-6B31-43A8A7D88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144000" y="4643500"/>
            <a:ext cx="500000" cy="500000"/>
          </a:xfrm>
          <a:prstGeom prst="rect">
            <a:avLst/>
          </a:prstGeom>
          <a:noFill/>
        </p:spPr>
        <p:txBody>
          <a:bodyPr wrap="none">
            <a:spAutoFit/>
          </a:bodyPr>
          <a:lstStyle/>
          <a:p>
            <a:r>
              <a:t>29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9CFB-445B-EC13-4755-97C94BC6F814}"/>
              </a:ext>
            </a:extLst>
          </p:cNvPr>
          <p:cNvSpPr>
            <a:spLocks noGrp="1"/>
          </p:cNvSpPr>
          <p:nvPr>
            <p:ph type="title"/>
          </p:nvPr>
        </p:nvSpPr>
        <p:spPr>
          <a:xfrm>
            <a:off x="1630410" y="1465560"/>
            <a:ext cx="6005100" cy="1516800"/>
          </a:xfrm>
        </p:spPr>
        <p:txBody>
          <a:bodyPr/>
          <a:lstStyle/>
          <a:p>
            <a:r>
              <a:rPr lang="en-US" dirty="0"/>
              <a:t>Customer Site</a:t>
            </a:r>
          </a:p>
        </p:txBody>
      </p:sp>
      <p:pic>
        <p:nvPicPr>
          <p:cNvPr id="4" name="Picture 3">
            <a:extLst>
              <a:ext uri="{FF2B5EF4-FFF2-40B4-BE49-F238E27FC236}">
                <a16:creationId xmlns:a16="http://schemas.microsoft.com/office/drawing/2014/main" id="{0D1D9835-EFFC-BCB1-69A0-133D4B4F2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8144000" y="4643500"/>
            <a:ext cx="500000" cy="500000"/>
          </a:xfrm>
          <a:prstGeom prst="rect">
            <a:avLst/>
          </a:prstGeom>
          <a:noFill/>
        </p:spPr>
        <p:txBody>
          <a:bodyPr wrap="none">
            <a:spAutoFit/>
          </a:bodyPr>
          <a:lstStyle/>
          <a:p>
            <a:r>
              <a:t>30</a:t>
            </a:r>
          </a:p>
        </p:txBody>
      </p:sp>
    </p:spTree>
    <p:extLst>
      <p:ext uri="{BB962C8B-B14F-4D97-AF65-F5344CB8AC3E}">
        <p14:creationId xmlns:p14="http://schemas.microsoft.com/office/powerpoint/2010/main" val="3352297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8EE7-485A-B7EF-7113-0A365A5B3C56}"/>
              </a:ext>
            </a:extLst>
          </p:cNvPr>
          <p:cNvSpPr>
            <a:spLocks noGrp="1"/>
          </p:cNvSpPr>
          <p:nvPr>
            <p:ph type="title"/>
          </p:nvPr>
        </p:nvSpPr>
        <p:spPr/>
        <p:txBody>
          <a:bodyPr/>
          <a:lstStyle/>
          <a:p>
            <a:r>
              <a:rPr lang="en-US" dirty="0"/>
              <a:t>Registration Page</a:t>
            </a:r>
          </a:p>
        </p:txBody>
      </p:sp>
      <p:sp>
        <p:nvSpPr>
          <p:cNvPr id="3" name="Subtitle 2">
            <a:extLst>
              <a:ext uri="{FF2B5EF4-FFF2-40B4-BE49-F238E27FC236}">
                <a16:creationId xmlns:a16="http://schemas.microsoft.com/office/drawing/2014/main" id="{5218C993-9E27-7319-B070-7C9F2F35DF62}"/>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02320272-F680-37C7-9DB3-855879FF6B66}"/>
              </a:ext>
            </a:extLst>
          </p:cNvPr>
          <p:cNvPicPr>
            <a:picLocks noChangeAspect="1"/>
          </p:cNvPicPr>
          <p:nvPr/>
        </p:nvPicPr>
        <p:blipFill>
          <a:blip r:embed="rId2"/>
          <a:stretch>
            <a:fillRect/>
          </a:stretch>
        </p:blipFill>
        <p:spPr>
          <a:xfrm>
            <a:off x="713250" y="1064525"/>
            <a:ext cx="7717500" cy="3725189"/>
          </a:xfrm>
          <a:prstGeom prst="rect">
            <a:avLst/>
          </a:prstGeom>
        </p:spPr>
      </p:pic>
      <p:pic>
        <p:nvPicPr>
          <p:cNvPr id="5" name="Picture 4">
            <a:extLst>
              <a:ext uri="{FF2B5EF4-FFF2-40B4-BE49-F238E27FC236}">
                <a16:creationId xmlns:a16="http://schemas.microsoft.com/office/drawing/2014/main" id="{CE7E7FD1-E351-E013-EF61-DC805E2E6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6754" y="36363"/>
            <a:ext cx="2953704"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8600458" y="4643500"/>
            <a:ext cx="500000" cy="500000"/>
          </a:xfrm>
          <a:prstGeom prst="rect">
            <a:avLst/>
          </a:prstGeom>
          <a:noFill/>
        </p:spPr>
        <p:txBody>
          <a:bodyPr wrap="none">
            <a:spAutoFit/>
          </a:bodyPr>
          <a:lstStyle/>
          <a:p>
            <a:r>
              <a:rPr dirty="0"/>
              <a:t>31</a:t>
            </a:r>
          </a:p>
        </p:txBody>
      </p:sp>
    </p:spTree>
    <p:extLst>
      <p:ext uri="{BB962C8B-B14F-4D97-AF65-F5344CB8AC3E}">
        <p14:creationId xmlns:p14="http://schemas.microsoft.com/office/powerpoint/2010/main" val="1814305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6C18-960E-BDEE-AADA-471C1B364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70AB2-B76E-C5C3-21E5-8CB0147799E2}"/>
              </a:ext>
            </a:extLst>
          </p:cNvPr>
          <p:cNvSpPr>
            <a:spLocks noGrp="1"/>
          </p:cNvSpPr>
          <p:nvPr>
            <p:ph type="title"/>
          </p:nvPr>
        </p:nvSpPr>
        <p:spPr>
          <a:xfrm>
            <a:off x="652290" y="277549"/>
            <a:ext cx="7717500" cy="541500"/>
          </a:xfrm>
        </p:spPr>
        <p:txBody>
          <a:bodyPr/>
          <a:lstStyle/>
          <a:p>
            <a:r>
              <a:rPr lang="en-US" dirty="0"/>
              <a:t>Login</a:t>
            </a:r>
          </a:p>
        </p:txBody>
      </p:sp>
      <p:sp>
        <p:nvSpPr>
          <p:cNvPr id="3" name="Subtitle 2">
            <a:extLst>
              <a:ext uri="{FF2B5EF4-FFF2-40B4-BE49-F238E27FC236}">
                <a16:creationId xmlns:a16="http://schemas.microsoft.com/office/drawing/2014/main" id="{9095F013-B133-F513-57F5-FEFD327D5736}"/>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067A197F-1C6A-47DA-463F-031D0D3EB8D9}"/>
              </a:ext>
            </a:extLst>
          </p:cNvPr>
          <p:cNvPicPr>
            <a:picLocks noChangeAspect="1"/>
          </p:cNvPicPr>
          <p:nvPr/>
        </p:nvPicPr>
        <p:blipFill>
          <a:blip r:embed="rId2"/>
          <a:stretch>
            <a:fillRect/>
          </a:stretch>
        </p:blipFill>
        <p:spPr>
          <a:xfrm>
            <a:off x="713250" y="905691"/>
            <a:ext cx="7717499" cy="3960259"/>
          </a:xfrm>
          <a:prstGeom prst="rect">
            <a:avLst/>
          </a:prstGeom>
        </p:spPr>
      </p:pic>
      <p:pic>
        <p:nvPicPr>
          <p:cNvPr id="6" name="Picture 5">
            <a:extLst>
              <a:ext uri="{FF2B5EF4-FFF2-40B4-BE49-F238E27FC236}">
                <a16:creationId xmlns:a16="http://schemas.microsoft.com/office/drawing/2014/main" id="{3FE0AA70-85D8-73AC-BCF9-95B4189B1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35885" y="4643500"/>
            <a:ext cx="500000" cy="500000"/>
          </a:xfrm>
          <a:prstGeom prst="rect">
            <a:avLst/>
          </a:prstGeom>
          <a:noFill/>
        </p:spPr>
        <p:txBody>
          <a:bodyPr wrap="none">
            <a:spAutoFit/>
          </a:bodyPr>
          <a:lstStyle/>
          <a:p>
            <a:r>
              <a:rPr dirty="0"/>
              <a:t>32</a:t>
            </a:r>
          </a:p>
        </p:txBody>
      </p:sp>
    </p:spTree>
    <p:extLst>
      <p:ext uri="{BB962C8B-B14F-4D97-AF65-F5344CB8AC3E}">
        <p14:creationId xmlns:p14="http://schemas.microsoft.com/office/powerpoint/2010/main" val="4652113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EAAC2-9A07-1C75-89D8-7CBB5D541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F3E74-32BA-CC47-B7F3-3242756667D1}"/>
              </a:ext>
            </a:extLst>
          </p:cNvPr>
          <p:cNvSpPr>
            <a:spLocks noGrp="1"/>
          </p:cNvSpPr>
          <p:nvPr>
            <p:ph type="title"/>
          </p:nvPr>
        </p:nvSpPr>
        <p:spPr>
          <a:xfrm>
            <a:off x="652290" y="277549"/>
            <a:ext cx="7717500" cy="541500"/>
          </a:xfrm>
        </p:spPr>
        <p:txBody>
          <a:bodyPr/>
          <a:lstStyle/>
          <a:p>
            <a:r>
              <a:rPr lang="en-US" dirty="0"/>
              <a:t>Home Page</a:t>
            </a:r>
          </a:p>
        </p:txBody>
      </p:sp>
      <p:sp>
        <p:nvSpPr>
          <p:cNvPr id="3" name="Subtitle 2">
            <a:extLst>
              <a:ext uri="{FF2B5EF4-FFF2-40B4-BE49-F238E27FC236}">
                <a16:creationId xmlns:a16="http://schemas.microsoft.com/office/drawing/2014/main" id="{E5A9EA4F-5E5F-A0F9-782A-63519C0E9365}"/>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4B9F959F-7A31-A523-B2C9-B70C6A04B786}"/>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6" name="Picture 5">
            <a:extLst>
              <a:ext uri="{FF2B5EF4-FFF2-40B4-BE49-F238E27FC236}">
                <a16:creationId xmlns:a16="http://schemas.microsoft.com/office/drawing/2014/main" id="{E095BD39-9479-4BB4-BFBF-0FDDBB561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27178" y="4643500"/>
            <a:ext cx="500000" cy="500000"/>
          </a:xfrm>
          <a:prstGeom prst="rect">
            <a:avLst/>
          </a:prstGeom>
          <a:noFill/>
        </p:spPr>
        <p:txBody>
          <a:bodyPr wrap="none">
            <a:spAutoFit/>
          </a:bodyPr>
          <a:lstStyle/>
          <a:p>
            <a:r>
              <a:rPr dirty="0"/>
              <a:t>33</a:t>
            </a:r>
          </a:p>
        </p:txBody>
      </p:sp>
    </p:spTree>
    <p:extLst>
      <p:ext uri="{BB962C8B-B14F-4D97-AF65-F5344CB8AC3E}">
        <p14:creationId xmlns:p14="http://schemas.microsoft.com/office/powerpoint/2010/main" val="212261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63D27-83C2-673F-A293-92E025C9F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B64E9-FB92-B059-03EB-A6766F487551}"/>
              </a:ext>
            </a:extLst>
          </p:cNvPr>
          <p:cNvSpPr>
            <a:spLocks noGrp="1"/>
          </p:cNvSpPr>
          <p:nvPr>
            <p:ph type="title"/>
          </p:nvPr>
        </p:nvSpPr>
        <p:spPr>
          <a:xfrm>
            <a:off x="652290" y="277549"/>
            <a:ext cx="7717500" cy="541500"/>
          </a:xfrm>
        </p:spPr>
        <p:txBody>
          <a:bodyPr/>
          <a:lstStyle/>
          <a:p>
            <a:r>
              <a:rPr lang="en-US" dirty="0"/>
              <a:t>Product Page</a:t>
            </a:r>
          </a:p>
        </p:txBody>
      </p:sp>
      <p:sp>
        <p:nvSpPr>
          <p:cNvPr id="3" name="Subtitle 2">
            <a:extLst>
              <a:ext uri="{FF2B5EF4-FFF2-40B4-BE49-F238E27FC236}">
                <a16:creationId xmlns:a16="http://schemas.microsoft.com/office/drawing/2014/main" id="{299986B2-DD3C-D7CA-BCD3-5ADAE5CF958A}"/>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C7733B0C-6D4B-EAE9-27D3-343CDB3968FA}"/>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6" name="Picture 5">
            <a:extLst>
              <a:ext uri="{FF2B5EF4-FFF2-40B4-BE49-F238E27FC236}">
                <a16:creationId xmlns:a16="http://schemas.microsoft.com/office/drawing/2014/main" id="{AEFBDD71-40D0-7D65-D88B-661922D18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18469" y="4643500"/>
            <a:ext cx="500000" cy="500000"/>
          </a:xfrm>
          <a:prstGeom prst="rect">
            <a:avLst/>
          </a:prstGeom>
          <a:noFill/>
        </p:spPr>
        <p:txBody>
          <a:bodyPr wrap="none">
            <a:spAutoFit/>
          </a:bodyPr>
          <a:lstStyle/>
          <a:p>
            <a:r>
              <a:t>34</a:t>
            </a:r>
          </a:p>
        </p:txBody>
      </p:sp>
    </p:spTree>
    <p:extLst>
      <p:ext uri="{BB962C8B-B14F-4D97-AF65-F5344CB8AC3E}">
        <p14:creationId xmlns:p14="http://schemas.microsoft.com/office/powerpoint/2010/main" val="934018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B148B-4C49-8116-1AFB-679475623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A3FEF-81CB-F476-CE50-F69FA9EB580F}"/>
              </a:ext>
            </a:extLst>
          </p:cNvPr>
          <p:cNvSpPr>
            <a:spLocks noGrp="1"/>
          </p:cNvSpPr>
          <p:nvPr>
            <p:ph type="title"/>
          </p:nvPr>
        </p:nvSpPr>
        <p:spPr>
          <a:xfrm>
            <a:off x="652290" y="277549"/>
            <a:ext cx="7717500" cy="541500"/>
          </a:xfrm>
        </p:spPr>
        <p:txBody>
          <a:bodyPr/>
          <a:lstStyle/>
          <a:p>
            <a:r>
              <a:rPr lang="en-US" dirty="0"/>
              <a:t>Product Description Page</a:t>
            </a:r>
          </a:p>
        </p:txBody>
      </p:sp>
      <p:sp>
        <p:nvSpPr>
          <p:cNvPr id="3" name="Subtitle 2">
            <a:extLst>
              <a:ext uri="{FF2B5EF4-FFF2-40B4-BE49-F238E27FC236}">
                <a16:creationId xmlns:a16="http://schemas.microsoft.com/office/drawing/2014/main" id="{FFF32108-8A7D-ED4E-BA38-43A9F1A0BE76}"/>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EDE5DEBD-FA96-912C-FA46-DD1C00ABDCF5}"/>
              </a:ext>
            </a:extLst>
          </p:cNvPr>
          <p:cNvPicPr>
            <a:picLocks noChangeAspect="1"/>
          </p:cNvPicPr>
          <p:nvPr/>
        </p:nvPicPr>
        <p:blipFill>
          <a:blip r:embed="rId2"/>
          <a:stretch>
            <a:fillRect/>
          </a:stretch>
        </p:blipFill>
        <p:spPr>
          <a:xfrm>
            <a:off x="310061" y="905691"/>
            <a:ext cx="4357733" cy="4032069"/>
          </a:xfrm>
          <a:prstGeom prst="rect">
            <a:avLst/>
          </a:prstGeom>
        </p:spPr>
      </p:pic>
      <p:pic>
        <p:nvPicPr>
          <p:cNvPr id="6" name="Picture 5">
            <a:extLst>
              <a:ext uri="{FF2B5EF4-FFF2-40B4-BE49-F238E27FC236}">
                <a16:creationId xmlns:a16="http://schemas.microsoft.com/office/drawing/2014/main" id="{ED4E3AEA-C49A-AFCC-D744-8F699D761920}"/>
              </a:ext>
            </a:extLst>
          </p:cNvPr>
          <p:cNvPicPr>
            <a:picLocks noChangeAspect="1"/>
          </p:cNvPicPr>
          <p:nvPr/>
        </p:nvPicPr>
        <p:blipFill>
          <a:blip r:embed="rId3"/>
          <a:stretch>
            <a:fillRect/>
          </a:stretch>
        </p:blipFill>
        <p:spPr>
          <a:xfrm>
            <a:off x="4864643" y="905690"/>
            <a:ext cx="3669871" cy="3960259"/>
          </a:xfrm>
          <a:prstGeom prst="rect">
            <a:avLst/>
          </a:prstGeom>
        </p:spPr>
      </p:pic>
      <p:pic>
        <p:nvPicPr>
          <p:cNvPr id="7" name="Picture 6">
            <a:extLst>
              <a:ext uri="{FF2B5EF4-FFF2-40B4-BE49-F238E27FC236}">
                <a16:creationId xmlns:a16="http://schemas.microsoft.com/office/drawing/2014/main" id="{9DDCA293-1B5C-0F79-C700-1C85791D7E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627598" y="4504880"/>
            <a:ext cx="500000" cy="500000"/>
          </a:xfrm>
          <a:prstGeom prst="rect">
            <a:avLst/>
          </a:prstGeom>
          <a:noFill/>
        </p:spPr>
        <p:txBody>
          <a:bodyPr wrap="none">
            <a:spAutoFit/>
          </a:bodyPr>
          <a:lstStyle/>
          <a:p>
            <a:r>
              <a:rPr dirty="0"/>
              <a:t>35</a:t>
            </a:r>
          </a:p>
        </p:txBody>
      </p:sp>
    </p:spTree>
    <p:extLst>
      <p:ext uri="{BB962C8B-B14F-4D97-AF65-F5344CB8AC3E}">
        <p14:creationId xmlns:p14="http://schemas.microsoft.com/office/powerpoint/2010/main" val="640409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DC8EE-D797-CB9C-5FC5-55A245DA0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3ADFD-E629-7E5B-D862-2AC24990235D}"/>
              </a:ext>
            </a:extLst>
          </p:cNvPr>
          <p:cNvSpPr>
            <a:spLocks noGrp="1"/>
          </p:cNvSpPr>
          <p:nvPr>
            <p:ph type="title"/>
          </p:nvPr>
        </p:nvSpPr>
        <p:spPr>
          <a:xfrm>
            <a:off x="652290" y="277549"/>
            <a:ext cx="7717500" cy="541500"/>
          </a:xfrm>
        </p:spPr>
        <p:txBody>
          <a:bodyPr/>
          <a:lstStyle/>
          <a:p>
            <a:r>
              <a:rPr lang="en-US" dirty="0"/>
              <a:t>Cart Page</a:t>
            </a:r>
          </a:p>
        </p:txBody>
      </p:sp>
      <p:sp>
        <p:nvSpPr>
          <p:cNvPr id="3" name="Subtitle 2">
            <a:extLst>
              <a:ext uri="{FF2B5EF4-FFF2-40B4-BE49-F238E27FC236}">
                <a16:creationId xmlns:a16="http://schemas.microsoft.com/office/drawing/2014/main" id="{7D29A817-49AC-9A63-2F39-BC6361663B8D}"/>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1D7911AD-C7C4-B353-7272-56B97C0F6D03}"/>
              </a:ext>
            </a:extLst>
          </p:cNvPr>
          <p:cNvPicPr>
            <a:picLocks noChangeAspect="1"/>
          </p:cNvPicPr>
          <p:nvPr/>
        </p:nvPicPr>
        <p:blipFill>
          <a:blip r:embed="rId2"/>
          <a:stretch>
            <a:fillRect/>
          </a:stretch>
        </p:blipFill>
        <p:spPr>
          <a:xfrm>
            <a:off x="713250" y="905691"/>
            <a:ext cx="7717498" cy="3960260"/>
          </a:xfrm>
          <a:prstGeom prst="rect">
            <a:avLst/>
          </a:prstGeom>
        </p:spPr>
      </p:pic>
      <p:pic>
        <p:nvPicPr>
          <p:cNvPr id="6" name="Picture 5">
            <a:extLst>
              <a:ext uri="{FF2B5EF4-FFF2-40B4-BE49-F238E27FC236}">
                <a16:creationId xmlns:a16="http://schemas.microsoft.com/office/drawing/2014/main" id="{876A9065-BE84-35AA-A0EB-41FEA1441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44595" y="4643500"/>
            <a:ext cx="500000" cy="500000"/>
          </a:xfrm>
          <a:prstGeom prst="rect">
            <a:avLst/>
          </a:prstGeom>
          <a:noFill/>
        </p:spPr>
        <p:txBody>
          <a:bodyPr wrap="none">
            <a:spAutoFit/>
          </a:bodyPr>
          <a:lstStyle/>
          <a:p>
            <a:r>
              <a:t>36</a:t>
            </a:r>
          </a:p>
        </p:txBody>
      </p:sp>
    </p:spTree>
    <p:extLst>
      <p:ext uri="{BB962C8B-B14F-4D97-AF65-F5344CB8AC3E}">
        <p14:creationId xmlns:p14="http://schemas.microsoft.com/office/powerpoint/2010/main" val="1103059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79D25-3DF9-3116-D6D8-BE34C09797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DF131-897C-149D-120F-3C9AAD4EFA3D}"/>
              </a:ext>
            </a:extLst>
          </p:cNvPr>
          <p:cNvSpPr>
            <a:spLocks noGrp="1"/>
          </p:cNvSpPr>
          <p:nvPr>
            <p:ph type="title"/>
          </p:nvPr>
        </p:nvSpPr>
        <p:spPr>
          <a:xfrm>
            <a:off x="652290" y="277549"/>
            <a:ext cx="7717500" cy="541500"/>
          </a:xfrm>
        </p:spPr>
        <p:txBody>
          <a:bodyPr/>
          <a:lstStyle/>
          <a:p>
            <a:r>
              <a:rPr lang="en-US" dirty="0"/>
              <a:t>Order Page</a:t>
            </a:r>
          </a:p>
        </p:txBody>
      </p:sp>
      <p:sp>
        <p:nvSpPr>
          <p:cNvPr id="3" name="Subtitle 2">
            <a:extLst>
              <a:ext uri="{FF2B5EF4-FFF2-40B4-BE49-F238E27FC236}">
                <a16:creationId xmlns:a16="http://schemas.microsoft.com/office/drawing/2014/main" id="{B398BE58-1B46-83BB-3A91-C9AA9DC8A5E5}"/>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5902BC31-769A-31DF-814B-0C38748E2C76}"/>
              </a:ext>
            </a:extLst>
          </p:cNvPr>
          <p:cNvPicPr>
            <a:picLocks noChangeAspect="1"/>
          </p:cNvPicPr>
          <p:nvPr/>
        </p:nvPicPr>
        <p:blipFill>
          <a:blip r:embed="rId2"/>
          <a:stretch>
            <a:fillRect/>
          </a:stretch>
        </p:blipFill>
        <p:spPr>
          <a:xfrm>
            <a:off x="356198" y="819049"/>
            <a:ext cx="3974555" cy="3960260"/>
          </a:xfrm>
          <a:prstGeom prst="rect">
            <a:avLst/>
          </a:prstGeom>
        </p:spPr>
      </p:pic>
      <p:pic>
        <p:nvPicPr>
          <p:cNvPr id="7" name="Picture 6">
            <a:extLst>
              <a:ext uri="{FF2B5EF4-FFF2-40B4-BE49-F238E27FC236}">
                <a16:creationId xmlns:a16="http://schemas.microsoft.com/office/drawing/2014/main" id="{F3F9403D-273E-DB0C-8582-3BD9219E1E09}"/>
              </a:ext>
            </a:extLst>
          </p:cNvPr>
          <p:cNvPicPr>
            <a:picLocks noChangeAspect="1"/>
          </p:cNvPicPr>
          <p:nvPr/>
        </p:nvPicPr>
        <p:blipFill>
          <a:blip r:embed="rId3"/>
          <a:stretch>
            <a:fillRect/>
          </a:stretch>
        </p:blipFill>
        <p:spPr>
          <a:xfrm>
            <a:off x="4813249" y="905691"/>
            <a:ext cx="3974552" cy="3873618"/>
          </a:xfrm>
          <a:prstGeom prst="rect">
            <a:avLst/>
          </a:prstGeom>
        </p:spPr>
      </p:pic>
      <p:pic>
        <p:nvPicPr>
          <p:cNvPr id="8" name="Picture 7">
            <a:extLst>
              <a:ext uri="{FF2B5EF4-FFF2-40B4-BE49-F238E27FC236}">
                <a16:creationId xmlns:a16="http://schemas.microsoft.com/office/drawing/2014/main" id="{8C71D075-D1A6-E8C9-2E2A-C16E167154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796510" y="4643500"/>
            <a:ext cx="500000" cy="500000"/>
          </a:xfrm>
          <a:prstGeom prst="rect">
            <a:avLst/>
          </a:prstGeom>
          <a:noFill/>
        </p:spPr>
        <p:txBody>
          <a:bodyPr wrap="none">
            <a:spAutoFit/>
          </a:bodyPr>
          <a:lstStyle/>
          <a:p>
            <a:r>
              <a:rPr dirty="0"/>
              <a:t>37</a:t>
            </a:r>
          </a:p>
        </p:txBody>
      </p:sp>
    </p:spTree>
    <p:extLst>
      <p:ext uri="{BB962C8B-B14F-4D97-AF65-F5344CB8AC3E}">
        <p14:creationId xmlns:p14="http://schemas.microsoft.com/office/powerpoint/2010/main" val="498000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851D-F64E-755B-3238-F9E302AD1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BFAE2-DE51-A3C6-4245-AC43845CFC9A}"/>
              </a:ext>
            </a:extLst>
          </p:cNvPr>
          <p:cNvSpPr>
            <a:spLocks noGrp="1"/>
          </p:cNvSpPr>
          <p:nvPr>
            <p:ph type="title"/>
          </p:nvPr>
        </p:nvSpPr>
        <p:spPr>
          <a:xfrm>
            <a:off x="652290" y="277549"/>
            <a:ext cx="7717500" cy="541500"/>
          </a:xfrm>
        </p:spPr>
        <p:txBody>
          <a:bodyPr/>
          <a:lstStyle/>
          <a:p>
            <a:r>
              <a:rPr lang="en-US" dirty="0"/>
              <a:t>Order Page</a:t>
            </a:r>
          </a:p>
        </p:txBody>
      </p:sp>
      <p:sp>
        <p:nvSpPr>
          <p:cNvPr id="3" name="Subtitle 2">
            <a:extLst>
              <a:ext uri="{FF2B5EF4-FFF2-40B4-BE49-F238E27FC236}">
                <a16:creationId xmlns:a16="http://schemas.microsoft.com/office/drawing/2014/main" id="{3E254EA5-443E-8E52-E7D3-AB3DE96FA4BD}"/>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89A09E47-3958-16B3-6C51-901A297029D8}"/>
              </a:ext>
            </a:extLst>
          </p:cNvPr>
          <p:cNvPicPr>
            <a:picLocks noChangeAspect="1"/>
          </p:cNvPicPr>
          <p:nvPr/>
        </p:nvPicPr>
        <p:blipFill>
          <a:blip r:embed="rId2"/>
          <a:stretch>
            <a:fillRect/>
          </a:stretch>
        </p:blipFill>
        <p:spPr>
          <a:xfrm>
            <a:off x="713250" y="905691"/>
            <a:ext cx="7717498" cy="3960260"/>
          </a:xfrm>
          <a:prstGeom prst="rect">
            <a:avLst/>
          </a:prstGeom>
        </p:spPr>
      </p:pic>
      <p:pic>
        <p:nvPicPr>
          <p:cNvPr id="6" name="Picture 5">
            <a:extLst>
              <a:ext uri="{FF2B5EF4-FFF2-40B4-BE49-F238E27FC236}">
                <a16:creationId xmlns:a16="http://schemas.microsoft.com/office/drawing/2014/main" id="{453B7FD1-70B3-C0EC-1304-51C2DDC07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18469" y="4643500"/>
            <a:ext cx="500000" cy="500000"/>
          </a:xfrm>
          <a:prstGeom prst="rect">
            <a:avLst/>
          </a:prstGeom>
          <a:noFill/>
        </p:spPr>
        <p:txBody>
          <a:bodyPr wrap="none">
            <a:spAutoFit/>
          </a:bodyPr>
          <a:lstStyle/>
          <a:p>
            <a:r>
              <a:t>38</a:t>
            </a:r>
          </a:p>
        </p:txBody>
      </p:sp>
    </p:spTree>
    <p:extLst>
      <p:ext uri="{BB962C8B-B14F-4D97-AF65-F5344CB8AC3E}">
        <p14:creationId xmlns:p14="http://schemas.microsoft.com/office/powerpoint/2010/main" val="2939811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72D33-93A7-1183-23E9-46803BC6E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FC427-AE4D-140D-4EC7-5E0B7D5E0F40}"/>
              </a:ext>
            </a:extLst>
          </p:cNvPr>
          <p:cNvSpPr>
            <a:spLocks noGrp="1"/>
          </p:cNvSpPr>
          <p:nvPr>
            <p:ph type="title"/>
          </p:nvPr>
        </p:nvSpPr>
        <p:spPr>
          <a:xfrm>
            <a:off x="652290" y="277549"/>
            <a:ext cx="7717500" cy="541500"/>
          </a:xfrm>
        </p:spPr>
        <p:txBody>
          <a:bodyPr/>
          <a:lstStyle/>
          <a:p>
            <a:r>
              <a:rPr lang="en-US" dirty="0"/>
              <a:t>Order Page</a:t>
            </a:r>
          </a:p>
        </p:txBody>
      </p:sp>
      <p:sp>
        <p:nvSpPr>
          <p:cNvPr id="3" name="Subtitle 2">
            <a:extLst>
              <a:ext uri="{FF2B5EF4-FFF2-40B4-BE49-F238E27FC236}">
                <a16:creationId xmlns:a16="http://schemas.microsoft.com/office/drawing/2014/main" id="{05EF8B8A-F30B-FE80-0050-7326849B0C62}"/>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0A00178A-51E3-CA2E-01C9-9DDBB685998B}"/>
              </a:ext>
            </a:extLst>
          </p:cNvPr>
          <p:cNvPicPr>
            <a:picLocks noChangeAspect="1"/>
          </p:cNvPicPr>
          <p:nvPr/>
        </p:nvPicPr>
        <p:blipFill>
          <a:blip r:embed="rId2"/>
          <a:stretch>
            <a:fillRect/>
          </a:stretch>
        </p:blipFill>
        <p:spPr>
          <a:xfrm>
            <a:off x="713250" y="905691"/>
            <a:ext cx="3742947" cy="3960260"/>
          </a:xfrm>
          <a:prstGeom prst="rect">
            <a:avLst/>
          </a:prstGeom>
        </p:spPr>
      </p:pic>
      <p:pic>
        <p:nvPicPr>
          <p:cNvPr id="6" name="Picture 5">
            <a:extLst>
              <a:ext uri="{FF2B5EF4-FFF2-40B4-BE49-F238E27FC236}">
                <a16:creationId xmlns:a16="http://schemas.microsoft.com/office/drawing/2014/main" id="{06374413-C581-0BB7-7791-CAC1D31D216E}"/>
              </a:ext>
            </a:extLst>
          </p:cNvPr>
          <p:cNvPicPr>
            <a:picLocks noChangeAspect="1"/>
          </p:cNvPicPr>
          <p:nvPr/>
        </p:nvPicPr>
        <p:blipFill>
          <a:blip r:embed="rId3"/>
          <a:stretch>
            <a:fillRect/>
          </a:stretch>
        </p:blipFill>
        <p:spPr>
          <a:xfrm>
            <a:off x="4951654" y="905691"/>
            <a:ext cx="3742947" cy="3960260"/>
          </a:xfrm>
          <a:prstGeom prst="rect">
            <a:avLst/>
          </a:prstGeom>
        </p:spPr>
      </p:pic>
      <p:pic>
        <p:nvPicPr>
          <p:cNvPr id="8" name="Picture 7">
            <a:extLst>
              <a:ext uri="{FF2B5EF4-FFF2-40B4-BE49-F238E27FC236}">
                <a16:creationId xmlns:a16="http://schemas.microsoft.com/office/drawing/2014/main" id="{5A77FC80-6F30-749D-9D5E-2315C4F51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676206" y="4702593"/>
            <a:ext cx="500000" cy="500000"/>
          </a:xfrm>
          <a:prstGeom prst="rect">
            <a:avLst/>
          </a:prstGeom>
          <a:noFill/>
        </p:spPr>
        <p:txBody>
          <a:bodyPr wrap="none">
            <a:spAutoFit/>
          </a:bodyPr>
          <a:lstStyle/>
          <a:p>
            <a:r>
              <a:t>39</a:t>
            </a:r>
          </a:p>
        </p:txBody>
      </p:sp>
    </p:spTree>
    <p:extLst>
      <p:ext uri="{BB962C8B-B14F-4D97-AF65-F5344CB8AC3E}">
        <p14:creationId xmlns:p14="http://schemas.microsoft.com/office/powerpoint/2010/main" val="2373127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4AE77-ED3A-7ED5-40D2-4F4BBA34D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5D30F-D458-295E-C324-290A5B94EE7C}"/>
              </a:ext>
            </a:extLst>
          </p:cNvPr>
          <p:cNvSpPr>
            <a:spLocks noGrp="1"/>
          </p:cNvSpPr>
          <p:nvPr>
            <p:ph type="title"/>
          </p:nvPr>
        </p:nvSpPr>
        <p:spPr>
          <a:xfrm>
            <a:off x="652290" y="277549"/>
            <a:ext cx="7717500" cy="541500"/>
          </a:xfrm>
        </p:spPr>
        <p:txBody>
          <a:bodyPr/>
          <a:lstStyle/>
          <a:p>
            <a:r>
              <a:rPr lang="en-US" dirty="0"/>
              <a:t>Stripe Online Payment Page</a:t>
            </a:r>
          </a:p>
        </p:txBody>
      </p:sp>
      <p:sp>
        <p:nvSpPr>
          <p:cNvPr id="3" name="Subtitle 2">
            <a:extLst>
              <a:ext uri="{FF2B5EF4-FFF2-40B4-BE49-F238E27FC236}">
                <a16:creationId xmlns:a16="http://schemas.microsoft.com/office/drawing/2014/main" id="{B0BEB35C-ECE8-549A-B037-A4E2A54C78D6}"/>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7051ABAE-2756-F742-E644-47BB2C962CE9}"/>
              </a:ext>
            </a:extLst>
          </p:cNvPr>
          <p:cNvPicPr>
            <a:picLocks noChangeAspect="1"/>
          </p:cNvPicPr>
          <p:nvPr/>
        </p:nvPicPr>
        <p:blipFill>
          <a:blip r:embed="rId2"/>
          <a:stretch>
            <a:fillRect/>
          </a:stretch>
        </p:blipFill>
        <p:spPr>
          <a:xfrm>
            <a:off x="713250" y="905691"/>
            <a:ext cx="7717498" cy="3960260"/>
          </a:xfrm>
          <a:prstGeom prst="rect">
            <a:avLst/>
          </a:prstGeom>
        </p:spPr>
      </p:pic>
      <p:pic>
        <p:nvPicPr>
          <p:cNvPr id="6" name="Picture 5">
            <a:extLst>
              <a:ext uri="{FF2B5EF4-FFF2-40B4-BE49-F238E27FC236}">
                <a16:creationId xmlns:a16="http://schemas.microsoft.com/office/drawing/2014/main" id="{BA5106AE-78A2-1C7C-E7BE-F09073769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30748" y="4643500"/>
            <a:ext cx="500000" cy="500000"/>
          </a:xfrm>
          <a:prstGeom prst="rect">
            <a:avLst/>
          </a:prstGeom>
          <a:noFill/>
        </p:spPr>
        <p:txBody>
          <a:bodyPr wrap="none">
            <a:spAutoFit/>
          </a:bodyPr>
          <a:lstStyle/>
          <a:p>
            <a:r>
              <a:t>40</a:t>
            </a:r>
          </a:p>
        </p:txBody>
      </p:sp>
    </p:spTree>
    <p:extLst>
      <p:ext uri="{BB962C8B-B14F-4D97-AF65-F5344CB8AC3E}">
        <p14:creationId xmlns:p14="http://schemas.microsoft.com/office/powerpoint/2010/main" val="2098384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CD7B-F355-94D1-3C01-41E3FD387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74EAA-75B0-9061-515E-88A72CD968E3}"/>
              </a:ext>
            </a:extLst>
          </p:cNvPr>
          <p:cNvSpPr>
            <a:spLocks noGrp="1"/>
          </p:cNvSpPr>
          <p:nvPr>
            <p:ph type="title"/>
          </p:nvPr>
        </p:nvSpPr>
        <p:spPr>
          <a:xfrm>
            <a:off x="652290" y="277549"/>
            <a:ext cx="7717500" cy="541500"/>
          </a:xfrm>
        </p:spPr>
        <p:txBody>
          <a:bodyPr/>
          <a:lstStyle/>
          <a:p>
            <a:r>
              <a:rPr lang="en-US" dirty="0"/>
              <a:t>Success Page</a:t>
            </a:r>
          </a:p>
        </p:txBody>
      </p:sp>
      <p:sp>
        <p:nvSpPr>
          <p:cNvPr id="3" name="Subtitle 2">
            <a:extLst>
              <a:ext uri="{FF2B5EF4-FFF2-40B4-BE49-F238E27FC236}">
                <a16:creationId xmlns:a16="http://schemas.microsoft.com/office/drawing/2014/main" id="{03D2B845-3FB6-F6E0-37AD-268B044D4FDF}"/>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BC3F00A3-D5DD-8B29-48C5-6E2319558D85}"/>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6" name="Picture 5">
            <a:extLst>
              <a:ext uri="{FF2B5EF4-FFF2-40B4-BE49-F238E27FC236}">
                <a16:creationId xmlns:a16="http://schemas.microsoft.com/office/drawing/2014/main" id="{113BB446-D332-D55B-4714-3BE5986AD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35885" y="4643500"/>
            <a:ext cx="500000" cy="500000"/>
          </a:xfrm>
          <a:prstGeom prst="rect">
            <a:avLst/>
          </a:prstGeom>
          <a:noFill/>
        </p:spPr>
        <p:txBody>
          <a:bodyPr wrap="none">
            <a:spAutoFit/>
          </a:bodyPr>
          <a:lstStyle/>
          <a:p>
            <a:r>
              <a:rPr dirty="0"/>
              <a:t>41</a:t>
            </a:r>
          </a:p>
        </p:txBody>
      </p:sp>
    </p:spTree>
    <p:extLst>
      <p:ext uri="{BB962C8B-B14F-4D97-AF65-F5344CB8AC3E}">
        <p14:creationId xmlns:p14="http://schemas.microsoft.com/office/powerpoint/2010/main" val="4105915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09396-288D-FA69-0167-1180A510B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C0277-ADC5-5163-9CE6-9D3D3308D356}"/>
              </a:ext>
            </a:extLst>
          </p:cNvPr>
          <p:cNvSpPr>
            <a:spLocks noGrp="1"/>
          </p:cNvSpPr>
          <p:nvPr>
            <p:ph type="title"/>
          </p:nvPr>
        </p:nvSpPr>
        <p:spPr>
          <a:xfrm>
            <a:off x="652290" y="277549"/>
            <a:ext cx="7717500" cy="541500"/>
          </a:xfrm>
        </p:spPr>
        <p:txBody>
          <a:bodyPr/>
          <a:lstStyle/>
          <a:p>
            <a:r>
              <a:rPr lang="en-US" dirty="0"/>
              <a:t>Account Section Page</a:t>
            </a:r>
          </a:p>
        </p:txBody>
      </p:sp>
      <p:sp>
        <p:nvSpPr>
          <p:cNvPr id="3" name="Subtitle 2">
            <a:extLst>
              <a:ext uri="{FF2B5EF4-FFF2-40B4-BE49-F238E27FC236}">
                <a16:creationId xmlns:a16="http://schemas.microsoft.com/office/drawing/2014/main" id="{8E776263-14D9-AF6E-C096-5CFEC2766AA0}"/>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0E7F914C-9680-E95B-BD64-7AF9A9687286}"/>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6" name="Picture 5">
            <a:extLst>
              <a:ext uri="{FF2B5EF4-FFF2-40B4-BE49-F238E27FC236}">
                <a16:creationId xmlns:a16="http://schemas.microsoft.com/office/drawing/2014/main" id="{A5A5D70D-056D-C4A1-9605-DDED5974B1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35885" y="4643500"/>
            <a:ext cx="500000" cy="500000"/>
          </a:xfrm>
          <a:prstGeom prst="rect">
            <a:avLst/>
          </a:prstGeom>
          <a:noFill/>
        </p:spPr>
        <p:txBody>
          <a:bodyPr wrap="none">
            <a:spAutoFit/>
          </a:bodyPr>
          <a:lstStyle/>
          <a:p>
            <a:r>
              <a:t>42</a:t>
            </a:r>
          </a:p>
        </p:txBody>
      </p:sp>
    </p:spTree>
    <p:extLst>
      <p:ext uri="{BB962C8B-B14F-4D97-AF65-F5344CB8AC3E}">
        <p14:creationId xmlns:p14="http://schemas.microsoft.com/office/powerpoint/2010/main" val="1486708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A0AB-7AEB-ED98-1D86-11C1F7E5D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29FB8-7B75-E3BD-3E1B-599067CF5B4F}"/>
              </a:ext>
            </a:extLst>
          </p:cNvPr>
          <p:cNvSpPr>
            <a:spLocks noGrp="1"/>
          </p:cNvSpPr>
          <p:nvPr>
            <p:ph type="title"/>
          </p:nvPr>
        </p:nvSpPr>
        <p:spPr>
          <a:xfrm>
            <a:off x="652290" y="277549"/>
            <a:ext cx="7717500" cy="541500"/>
          </a:xfrm>
        </p:spPr>
        <p:txBody>
          <a:bodyPr/>
          <a:lstStyle/>
          <a:p>
            <a:r>
              <a:rPr lang="en-US" dirty="0"/>
              <a:t>Reselling Page</a:t>
            </a:r>
          </a:p>
        </p:txBody>
      </p:sp>
      <p:sp>
        <p:nvSpPr>
          <p:cNvPr id="3" name="Subtitle 2">
            <a:extLst>
              <a:ext uri="{FF2B5EF4-FFF2-40B4-BE49-F238E27FC236}">
                <a16:creationId xmlns:a16="http://schemas.microsoft.com/office/drawing/2014/main" id="{AF4A12C7-10FA-53FB-E5F1-C06C29A28787}"/>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3AE3200D-BDE6-88BE-A045-ED252EA857CA}"/>
              </a:ext>
            </a:extLst>
          </p:cNvPr>
          <p:cNvPicPr>
            <a:picLocks noChangeAspect="1"/>
          </p:cNvPicPr>
          <p:nvPr/>
        </p:nvPicPr>
        <p:blipFill>
          <a:blip r:embed="rId2"/>
          <a:stretch>
            <a:fillRect/>
          </a:stretch>
        </p:blipFill>
        <p:spPr>
          <a:xfrm>
            <a:off x="713250" y="905691"/>
            <a:ext cx="4067756" cy="3960260"/>
          </a:xfrm>
          <a:prstGeom prst="rect">
            <a:avLst/>
          </a:prstGeom>
        </p:spPr>
      </p:pic>
      <p:pic>
        <p:nvPicPr>
          <p:cNvPr id="7" name="Picture 6">
            <a:extLst>
              <a:ext uri="{FF2B5EF4-FFF2-40B4-BE49-F238E27FC236}">
                <a16:creationId xmlns:a16="http://schemas.microsoft.com/office/drawing/2014/main" id="{7DA67858-05EB-3FB3-DEDF-6E3BBBCBFB39}"/>
              </a:ext>
            </a:extLst>
          </p:cNvPr>
          <p:cNvPicPr>
            <a:picLocks noChangeAspect="1"/>
          </p:cNvPicPr>
          <p:nvPr/>
        </p:nvPicPr>
        <p:blipFill>
          <a:blip r:embed="rId3"/>
          <a:stretch>
            <a:fillRect/>
          </a:stretch>
        </p:blipFill>
        <p:spPr>
          <a:xfrm>
            <a:off x="5033554" y="905691"/>
            <a:ext cx="3709852" cy="3960260"/>
          </a:xfrm>
          <a:prstGeom prst="rect">
            <a:avLst/>
          </a:prstGeom>
        </p:spPr>
      </p:pic>
      <p:pic>
        <p:nvPicPr>
          <p:cNvPr id="8" name="Picture 7">
            <a:extLst>
              <a:ext uri="{FF2B5EF4-FFF2-40B4-BE49-F238E27FC236}">
                <a16:creationId xmlns:a16="http://schemas.microsoft.com/office/drawing/2014/main" id="{61F22F04-D4BA-089A-C88A-1EAD9986A0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745954" y="4643500"/>
            <a:ext cx="500000" cy="500000"/>
          </a:xfrm>
          <a:prstGeom prst="rect">
            <a:avLst/>
          </a:prstGeom>
          <a:noFill/>
        </p:spPr>
        <p:txBody>
          <a:bodyPr wrap="none">
            <a:spAutoFit/>
          </a:bodyPr>
          <a:lstStyle/>
          <a:p>
            <a:r>
              <a:t>43</a:t>
            </a:r>
          </a:p>
        </p:txBody>
      </p:sp>
    </p:spTree>
    <p:extLst>
      <p:ext uri="{BB962C8B-B14F-4D97-AF65-F5344CB8AC3E}">
        <p14:creationId xmlns:p14="http://schemas.microsoft.com/office/powerpoint/2010/main" val="3936842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A02A-8A0F-4700-BDBC-53E890A65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28F70-9F64-CC92-10A9-30E8672B8AF7}"/>
              </a:ext>
            </a:extLst>
          </p:cNvPr>
          <p:cNvSpPr>
            <a:spLocks noGrp="1"/>
          </p:cNvSpPr>
          <p:nvPr>
            <p:ph type="title"/>
          </p:nvPr>
        </p:nvSpPr>
        <p:spPr>
          <a:xfrm>
            <a:off x="652290" y="277549"/>
            <a:ext cx="7717500" cy="541500"/>
          </a:xfrm>
        </p:spPr>
        <p:txBody>
          <a:bodyPr/>
          <a:lstStyle/>
          <a:p>
            <a:r>
              <a:rPr lang="en-US" dirty="0"/>
              <a:t>Spin To Win Page</a:t>
            </a:r>
          </a:p>
        </p:txBody>
      </p:sp>
      <p:sp>
        <p:nvSpPr>
          <p:cNvPr id="3" name="Subtitle 2">
            <a:extLst>
              <a:ext uri="{FF2B5EF4-FFF2-40B4-BE49-F238E27FC236}">
                <a16:creationId xmlns:a16="http://schemas.microsoft.com/office/drawing/2014/main" id="{DC300077-1557-46C3-553F-E1291ABA27F9}"/>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2D64D3E6-D1C1-C003-D765-FB929B786431}"/>
              </a:ext>
            </a:extLst>
          </p:cNvPr>
          <p:cNvPicPr>
            <a:picLocks noChangeAspect="1"/>
          </p:cNvPicPr>
          <p:nvPr/>
        </p:nvPicPr>
        <p:blipFill>
          <a:blip r:embed="rId2"/>
          <a:stretch>
            <a:fillRect/>
          </a:stretch>
        </p:blipFill>
        <p:spPr>
          <a:xfrm>
            <a:off x="713250" y="905691"/>
            <a:ext cx="3709852" cy="3960260"/>
          </a:xfrm>
          <a:prstGeom prst="rect">
            <a:avLst/>
          </a:prstGeom>
        </p:spPr>
      </p:pic>
      <p:pic>
        <p:nvPicPr>
          <p:cNvPr id="6" name="Picture 5">
            <a:extLst>
              <a:ext uri="{FF2B5EF4-FFF2-40B4-BE49-F238E27FC236}">
                <a16:creationId xmlns:a16="http://schemas.microsoft.com/office/drawing/2014/main" id="{15C3AB2B-8183-4302-3F88-8EF935010C4F}"/>
              </a:ext>
            </a:extLst>
          </p:cNvPr>
          <p:cNvPicPr>
            <a:picLocks noChangeAspect="1"/>
          </p:cNvPicPr>
          <p:nvPr/>
        </p:nvPicPr>
        <p:blipFill>
          <a:blip r:embed="rId3"/>
          <a:stretch>
            <a:fillRect/>
          </a:stretch>
        </p:blipFill>
        <p:spPr>
          <a:xfrm>
            <a:off x="4793159" y="905691"/>
            <a:ext cx="3924121" cy="3960260"/>
          </a:xfrm>
          <a:prstGeom prst="rect">
            <a:avLst/>
          </a:prstGeom>
        </p:spPr>
      </p:pic>
      <p:pic>
        <p:nvPicPr>
          <p:cNvPr id="8" name="Picture 7">
            <a:extLst>
              <a:ext uri="{FF2B5EF4-FFF2-40B4-BE49-F238E27FC236}">
                <a16:creationId xmlns:a16="http://schemas.microsoft.com/office/drawing/2014/main" id="{6FF307A4-3C9C-8189-8BF9-DA88AE235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717280" y="4643500"/>
            <a:ext cx="500000" cy="500000"/>
          </a:xfrm>
          <a:prstGeom prst="rect">
            <a:avLst/>
          </a:prstGeom>
          <a:noFill/>
        </p:spPr>
        <p:txBody>
          <a:bodyPr wrap="none">
            <a:spAutoFit/>
          </a:bodyPr>
          <a:lstStyle/>
          <a:p>
            <a:r>
              <a:t>44</a:t>
            </a:r>
          </a:p>
        </p:txBody>
      </p:sp>
    </p:spTree>
    <p:extLst>
      <p:ext uri="{BB962C8B-B14F-4D97-AF65-F5344CB8AC3E}">
        <p14:creationId xmlns:p14="http://schemas.microsoft.com/office/powerpoint/2010/main" val="38468395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BCB99-3C0D-927C-67A7-41C0D8C70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E34BF-06DB-6318-DC45-85E10F60DD4F}"/>
              </a:ext>
            </a:extLst>
          </p:cNvPr>
          <p:cNvSpPr>
            <a:spLocks noGrp="1"/>
          </p:cNvSpPr>
          <p:nvPr>
            <p:ph type="title"/>
          </p:nvPr>
        </p:nvSpPr>
        <p:spPr>
          <a:xfrm>
            <a:off x="652290" y="277549"/>
            <a:ext cx="7717500" cy="541500"/>
          </a:xfrm>
        </p:spPr>
        <p:txBody>
          <a:bodyPr/>
          <a:lstStyle/>
          <a:p>
            <a:r>
              <a:rPr lang="en-US" dirty="0"/>
              <a:t>Spin To Win Page</a:t>
            </a:r>
          </a:p>
        </p:txBody>
      </p:sp>
      <p:sp>
        <p:nvSpPr>
          <p:cNvPr id="3" name="Subtitle 2">
            <a:extLst>
              <a:ext uri="{FF2B5EF4-FFF2-40B4-BE49-F238E27FC236}">
                <a16:creationId xmlns:a16="http://schemas.microsoft.com/office/drawing/2014/main" id="{CE649C91-A82C-0284-5B39-561DC8450222}"/>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0D72410C-B25F-0625-6AE5-7F3FF726DB0C}"/>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7" name="Picture 6">
            <a:extLst>
              <a:ext uri="{FF2B5EF4-FFF2-40B4-BE49-F238E27FC236}">
                <a16:creationId xmlns:a16="http://schemas.microsoft.com/office/drawing/2014/main" id="{82AB0957-7E81-8DE3-9086-22D0AADE8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430748" y="4643500"/>
            <a:ext cx="500000" cy="500000"/>
          </a:xfrm>
          <a:prstGeom prst="rect">
            <a:avLst/>
          </a:prstGeom>
          <a:noFill/>
        </p:spPr>
        <p:txBody>
          <a:bodyPr wrap="none">
            <a:spAutoFit/>
          </a:bodyPr>
          <a:lstStyle/>
          <a:p>
            <a:r>
              <a:rPr dirty="0"/>
              <a:t>45</a:t>
            </a:r>
          </a:p>
        </p:txBody>
      </p:sp>
    </p:spTree>
    <p:extLst>
      <p:ext uri="{BB962C8B-B14F-4D97-AF65-F5344CB8AC3E}">
        <p14:creationId xmlns:p14="http://schemas.microsoft.com/office/powerpoint/2010/main" val="31519632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7DFC0-5642-B356-8D9E-56BFB698E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196A3-8433-96F8-2B93-C57F27387F22}"/>
              </a:ext>
            </a:extLst>
          </p:cNvPr>
          <p:cNvSpPr>
            <a:spLocks noGrp="1"/>
          </p:cNvSpPr>
          <p:nvPr>
            <p:ph type="title"/>
          </p:nvPr>
        </p:nvSpPr>
        <p:spPr>
          <a:xfrm>
            <a:off x="652290" y="277549"/>
            <a:ext cx="7717500" cy="541500"/>
          </a:xfrm>
        </p:spPr>
        <p:txBody>
          <a:bodyPr/>
          <a:lstStyle/>
          <a:p>
            <a:r>
              <a:rPr lang="en-US" dirty="0"/>
              <a:t>Sell With Us Page</a:t>
            </a:r>
          </a:p>
        </p:txBody>
      </p:sp>
      <p:sp>
        <p:nvSpPr>
          <p:cNvPr id="3" name="Subtitle 2">
            <a:extLst>
              <a:ext uri="{FF2B5EF4-FFF2-40B4-BE49-F238E27FC236}">
                <a16:creationId xmlns:a16="http://schemas.microsoft.com/office/drawing/2014/main" id="{64F883AB-113C-DAC2-973D-45CBE62E3B49}"/>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DDB49188-2AC1-3E82-15F8-5A8E9DA213F3}"/>
              </a:ext>
            </a:extLst>
          </p:cNvPr>
          <p:cNvPicPr>
            <a:picLocks noChangeAspect="1"/>
          </p:cNvPicPr>
          <p:nvPr/>
        </p:nvPicPr>
        <p:blipFill>
          <a:blip r:embed="rId2"/>
          <a:stretch>
            <a:fillRect/>
          </a:stretch>
        </p:blipFill>
        <p:spPr>
          <a:xfrm>
            <a:off x="713250" y="905691"/>
            <a:ext cx="3858750" cy="3960260"/>
          </a:xfrm>
          <a:prstGeom prst="rect">
            <a:avLst/>
          </a:prstGeom>
        </p:spPr>
      </p:pic>
      <p:pic>
        <p:nvPicPr>
          <p:cNvPr id="7" name="Picture 6">
            <a:extLst>
              <a:ext uri="{FF2B5EF4-FFF2-40B4-BE49-F238E27FC236}">
                <a16:creationId xmlns:a16="http://schemas.microsoft.com/office/drawing/2014/main" id="{469D6119-088D-75B7-CC80-E20EB3C7CBE7}"/>
              </a:ext>
            </a:extLst>
          </p:cNvPr>
          <p:cNvPicPr>
            <a:picLocks noChangeAspect="1"/>
          </p:cNvPicPr>
          <p:nvPr/>
        </p:nvPicPr>
        <p:blipFill>
          <a:blip r:embed="rId3"/>
          <a:stretch>
            <a:fillRect/>
          </a:stretch>
        </p:blipFill>
        <p:spPr>
          <a:xfrm>
            <a:off x="4815840" y="905690"/>
            <a:ext cx="3858751" cy="3960259"/>
          </a:xfrm>
          <a:prstGeom prst="rect">
            <a:avLst/>
          </a:prstGeom>
        </p:spPr>
      </p:pic>
      <p:pic>
        <p:nvPicPr>
          <p:cNvPr id="8" name="Picture 7">
            <a:extLst>
              <a:ext uri="{FF2B5EF4-FFF2-40B4-BE49-F238E27FC236}">
                <a16:creationId xmlns:a16="http://schemas.microsoft.com/office/drawing/2014/main" id="{89468202-0A64-C7D0-4C98-5C6BB79BEB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674589" y="4702590"/>
            <a:ext cx="500000" cy="500000"/>
          </a:xfrm>
          <a:prstGeom prst="rect">
            <a:avLst/>
          </a:prstGeom>
          <a:noFill/>
        </p:spPr>
        <p:txBody>
          <a:bodyPr wrap="none">
            <a:spAutoFit/>
          </a:bodyPr>
          <a:lstStyle/>
          <a:p>
            <a:r>
              <a:t>46</a:t>
            </a:r>
          </a:p>
        </p:txBody>
      </p:sp>
    </p:spTree>
    <p:extLst>
      <p:ext uri="{BB962C8B-B14F-4D97-AF65-F5344CB8AC3E}">
        <p14:creationId xmlns:p14="http://schemas.microsoft.com/office/powerpoint/2010/main" val="3252119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DA709-29B8-FF8B-0A56-DECA4F5DE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F86A9-D8FB-ECB1-5919-AF5D8933EC0B}"/>
              </a:ext>
            </a:extLst>
          </p:cNvPr>
          <p:cNvSpPr>
            <a:spLocks noGrp="1"/>
          </p:cNvSpPr>
          <p:nvPr>
            <p:ph type="title"/>
          </p:nvPr>
        </p:nvSpPr>
        <p:spPr>
          <a:xfrm>
            <a:off x="652290" y="277549"/>
            <a:ext cx="7717500" cy="541500"/>
          </a:xfrm>
        </p:spPr>
        <p:txBody>
          <a:bodyPr/>
          <a:lstStyle/>
          <a:p>
            <a:r>
              <a:rPr lang="en-US" dirty="0"/>
              <a:t>Buy Back Page</a:t>
            </a:r>
          </a:p>
        </p:txBody>
      </p:sp>
      <p:sp>
        <p:nvSpPr>
          <p:cNvPr id="3" name="Subtitle 2">
            <a:extLst>
              <a:ext uri="{FF2B5EF4-FFF2-40B4-BE49-F238E27FC236}">
                <a16:creationId xmlns:a16="http://schemas.microsoft.com/office/drawing/2014/main" id="{D3888A0C-6BF3-00B9-E043-9485955BC367}"/>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3336C762-C9B9-973A-753C-DF6B7F23B18D}"/>
              </a:ext>
            </a:extLst>
          </p:cNvPr>
          <p:cNvPicPr>
            <a:picLocks noChangeAspect="1"/>
          </p:cNvPicPr>
          <p:nvPr/>
        </p:nvPicPr>
        <p:blipFill>
          <a:blip r:embed="rId2"/>
          <a:stretch>
            <a:fillRect/>
          </a:stretch>
        </p:blipFill>
        <p:spPr>
          <a:xfrm>
            <a:off x="713249" y="905691"/>
            <a:ext cx="7717499" cy="3960260"/>
          </a:xfrm>
          <a:prstGeom prst="rect">
            <a:avLst/>
          </a:prstGeom>
        </p:spPr>
      </p:pic>
      <p:pic>
        <p:nvPicPr>
          <p:cNvPr id="8" name="Picture 7">
            <a:extLst>
              <a:ext uri="{FF2B5EF4-FFF2-40B4-BE49-F238E27FC236}">
                <a16:creationId xmlns:a16="http://schemas.microsoft.com/office/drawing/2014/main" id="{45C469A8-0290-277E-02A8-7D52B6D5B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501051" y="4643500"/>
            <a:ext cx="500000" cy="500000"/>
          </a:xfrm>
          <a:prstGeom prst="rect">
            <a:avLst/>
          </a:prstGeom>
          <a:noFill/>
        </p:spPr>
        <p:txBody>
          <a:bodyPr wrap="none">
            <a:spAutoFit/>
          </a:bodyPr>
          <a:lstStyle/>
          <a:p>
            <a:r>
              <a:t>47</a:t>
            </a:r>
          </a:p>
        </p:txBody>
      </p:sp>
    </p:spTree>
    <p:extLst>
      <p:ext uri="{BB962C8B-B14F-4D97-AF65-F5344CB8AC3E}">
        <p14:creationId xmlns:p14="http://schemas.microsoft.com/office/powerpoint/2010/main" val="31284528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559AC-6A52-23BA-448F-4374B095C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BB8B4-C4CB-0D46-BFBF-031BD05C10A0}"/>
              </a:ext>
            </a:extLst>
          </p:cNvPr>
          <p:cNvSpPr>
            <a:spLocks noGrp="1"/>
          </p:cNvSpPr>
          <p:nvPr>
            <p:ph type="title"/>
          </p:nvPr>
        </p:nvSpPr>
        <p:spPr>
          <a:xfrm>
            <a:off x="1630410" y="1465560"/>
            <a:ext cx="6005100" cy="1516800"/>
          </a:xfrm>
        </p:spPr>
        <p:txBody>
          <a:bodyPr/>
          <a:lstStyle/>
          <a:p>
            <a:r>
              <a:rPr lang="en-US" dirty="0"/>
              <a:t>Seller Site</a:t>
            </a:r>
          </a:p>
        </p:txBody>
      </p:sp>
      <p:pic>
        <p:nvPicPr>
          <p:cNvPr id="3" name="Picture 2">
            <a:extLst>
              <a:ext uri="{FF2B5EF4-FFF2-40B4-BE49-F238E27FC236}">
                <a16:creationId xmlns:a16="http://schemas.microsoft.com/office/drawing/2014/main" id="{41386AE8-9FB7-A5DB-D51B-B9D271702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48</a:t>
            </a:r>
          </a:p>
        </p:txBody>
      </p:sp>
    </p:spTree>
    <p:extLst>
      <p:ext uri="{BB962C8B-B14F-4D97-AF65-F5344CB8AC3E}">
        <p14:creationId xmlns:p14="http://schemas.microsoft.com/office/powerpoint/2010/main" val="1979883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4CB58-EC5D-9ECB-5EEE-CE29E1C0A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99ED3-2A2D-C500-2FDE-0C26FC2CA135}"/>
              </a:ext>
            </a:extLst>
          </p:cNvPr>
          <p:cNvSpPr>
            <a:spLocks noGrp="1"/>
          </p:cNvSpPr>
          <p:nvPr>
            <p:ph type="title"/>
          </p:nvPr>
        </p:nvSpPr>
        <p:spPr>
          <a:xfrm>
            <a:off x="652290" y="277549"/>
            <a:ext cx="7717500" cy="541500"/>
          </a:xfrm>
        </p:spPr>
        <p:txBody>
          <a:bodyPr/>
          <a:lstStyle/>
          <a:p>
            <a:r>
              <a:rPr lang="en-US" dirty="0"/>
              <a:t>Login Page</a:t>
            </a:r>
          </a:p>
        </p:txBody>
      </p:sp>
      <p:sp>
        <p:nvSpPr>
          <p:cNvPr id="3" name="Subtitle 2">
            <a:extLst>
              <a:ext uri="{FF2B5EF4-FFF2-40B4-BE49-F238E27FC236}">
                <a16:creationId xmlns:a16="http://schemas.microsoft.com/office/drawing/2014/main" id="{BCD24F97-53B0-B6E7-F1AE-DEC3385F4167}"/>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62B70087-E64D-E0A5-9FCD-A7C8ABF7E4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49" y="819049"/>
            <a:ext cx="7717499" cy="4046902"/>
          </a:xfrm>
          <a:prstGeom prst="rect">
            <a:avLst/>
          </a:prstGeom>
          <a:noFill/>
          <a:ln>
            <a:noFill/>
          </a:ln>
        </p:spPr>
      </p:pic>
      <p:pic>
        <p:nvPicPr>
          <p:cNvPr id="6" name="Picture 5">
            <a:extLst>
              <a:ext uri="{FF2B5EF4-FFF2-40B4-BE49-F238E27FC236}">
                <a16:creationId xmlns:a16="http://schemas.microsoft.com/office/drawing/2014/main" id="{3CA3BD32-C0E3-0042-D8BC-5A461C6B0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91707" y="4643500"/>
            <a:ext cx="500000" cy="500000"/>
          </a:xfrm>
          <a:prstGeom prst="rect">
            <a:avLst/>
          </a:prstGeom>
          <a:noFill/>
        </p:spPr>
        <p:txBody>
          <a:bodyPr wrap="none">
            <a:spAutoFit/>
          </a:bodyPr>
          <a:lstStyle/>
          <a:p>
            <a:r>
              <a:t>49</a:t>
            </a:r>
          </a:p>
        </p:txBody>
      </p:sp>
    </p:spTree>
    <p:extLst>
      <p:ext uri="{BB962C8B-B14F-4D97-AF65-F5344CB8AC3E}">
        <p14:creationId xmlns:p14="http://schemas.microsoft.com/office/powerpoint/2010/main" val="21086354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60DB6-1EEF-4384-3036-B934286B2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E1DDA-A40D-A665-2F5D-A2A5CB27A3E0}"/>
              </a:ext>
            </a:extLst>
          </p:cNvPr>
          <p:cNvSpPr>
            <a:spLocks noGrp="1"/>
          </p:cNvSpPr>
          <p:nvPr>
            <p:ph type="title"/>
          </p:nvPr>
        </p:nvSpPr>
        <p:spPr>
          <a:xfrm>
            <a:off x="652290" y="277549"/>
            <a:ext cx="7717500" cy="541500"/>
          </a:xfrm>
        </p:spPr>
        <p:txBody>
          <a:bodyPr/>
          <a:lstStyle/>
          <a:p>
            <a:r>
              <a:rPr lang="en-US" dirty="0"/>
              <a:t>Dashboard Page</a:t>
            </a:r>
          </a:p>
        </p:txBody>
      </p:sp>
      <p:sp>
        <p:nvSpPr>
          <p:cNvPr id="3" name="Subtitle 2">
            <a:extLst>
              <a:ext uri="{FF2B5EF4-FFF2-40B4-BE49-F238E27FC236}">
                <a16:creationId xmlns:a16="http://schemas.microsoft.com/office/drawing/2014/main" id="{B6047B6E-D9A0-E915-6D4E-A1DDFB565636}"/>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9E41C24E-0FF4-1A55-5752-1EC089DFAAF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49" y="905691"/>
            <a:ext cx="7717499" cy="3960260"/>
          </a:xfrm>
          <a:prstGeom prst="rect">
            <a:avLst/>
          </a:prstGeom>
          <a:noFill/>
          <a:ln>
            <a:noFill/>
          </a:ln>
        </p:spPr>
      </p:pic>
      <p:pic>
        <p:nvPicPr>
          <p:cNvPr id="6" name="Picture 5">
            <a:extLst>
              <a:ext uri="{FF2B5EF4-FFF2-40B4-BE49-F238E27FC236}">
                <a16:creationId xmlns:a16="http://schemas.microsoft.com/office/drawing/2014/main" id="{E67268B0-8A2D-DC2F-918A-86332A6DCB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30748" y="4615951"/>
            <a:ext cx="500000" cy="500000"/>
          </a:xfrm>
          <a:prstGeom prst="rect">
            <a:avLst/>
          </a:prstGeom>
          <a:noFill/>
        </p:spPr>
        <p:txBody>
          <a:bodyPr wrap="none">
            <a:spAutoFit/>
          </a:bodyPr>
          <a:lstStyle/>
          <a:p>
            <a:r>
              <a:rPr dirty="0"/>
              <a:t>50</a:t>
            </a:r>
          </a:p>
        </p:txBody>
      </p:sp>
    </p:spTree>
    <p:extLst>
      <p:ext uri="{BB962C8B-B14F-4D97-AF65-F5344CB8AC3E}">
        <p14:creationId xmlns:p14="http://schemas.microsoft.com/office/powerpoint/2010/main" val="4258090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FE19-A717-9EF1-5FA3-E98A9CE6B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8F8DF-DBC4-63A7-3B0A-1005BD10BC00}"/>
              </a:ext>
            </a:extLst>
          </p:cNvPr>
          <p:cNvSpPr>
            <a:spLocks noGrp="1"/>
          </p:cNvSpPr>
          <p:nvPr>
            <p:ph type="title"/>
          </p:nvPr>
        </p:nvSpPr>
        <p:spPr>
          <a:xfrm>
            <a:off x="652290" y="277549"/>
            <a:ext cx="7717500" cy="541500"/>
          </a:xfrm>
        </p:spPr>
        <p:txBody>
          <a:bodyPr/>
          <a:lstStyle/>
          <a:p>
            <a:r>
              <a:rPr lang="en-US" dirty="0"/>
              <a:t>Product view Page</a:t>
            </a:r>
          </a:p>
        </p:txBody>
      </p:sp>
      <p:sp>
        <p:nvSpPr>
          <p:cNvPr id="3" name="Subtitle 2">
            <a:extLst>
              <a:ext uri="{FF2B5EF4-FFF2-40B4-BE49-F238E27FC236}">
                <a16:creationId xmlns:a16="http://schemas.microsoft.com/office/drawing/2014/main" id="{5B20EBDB-B284-CD65-CDD3-45304C62D5CC}"/>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FE215024-4395-234F-81A9-F26794ED2F6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50" y="905688"/>
            <a:ext cx="3858748" cy="3960259"/>
          </a:xfrm>
          <a:prstGeom prst="rect">
            <a:avLst/>
          </a:prstGeom>
          <a:noFill/>
          <a:ln>
            <a:noFill/>
          </a:ln>
        </p:spPr>
      </p:pic>
      <p:pic>
        <p:nvPicPr>
          <p:cNvPr id="6" name="Picture 5">
            <a:extLst>
              <a:ext uri="{FF2B5EF4-FFF2-40B4-BE49-F238E27FC236}">
                <a16:creationId xmlns:a16="http://schemas.microsoft.com/office/drawing/2014/main" id="{9754DBBC-537D-281A-DE13-D939FE7CB1B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832" y="905688"/>
            <a:ext cx="3616653" cy="3960259"/>
          </a:xfrm>
          <a:prstGeom prst="rect">
            <a:avLst/>
          </a:prstGeom>
          <a:noFill/>
          <a:ln>
            <a:noFill/>
          </a:ln>
        </p:spPr>
      </p:pic>
      <p:pic>
        <p:nvPicPr>
          <p:cNvPr id="8" name="Picture 7">
            <a:extLst>
              <a:ext uri="{FF2B5EF4-FFF2-40B4-BE49-F238E27FC236}">
                <a16:creationId xmlns:a16="http://schemas.microsoft.com/office/drawing/2014/main" id="{461EE9FC-96F0-0A87-EA39-E4C25E8AAA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621485" y="4643500"/>
            <a:ext cx="500000" cy="500000"/>
          </a:xfrm>
          <a:prstGeom prst="rect">
            <a:avLst/>
          </a:prstGeom>
          <a:noFill/>
        </p:spPr>
        <p:txBody>
          <a:bodyPr wrap="none">
            <a:spAutoFit/>
          </a:bodyPr>
          <a:lstStyle/>
          <a:p>
            <a:r>
              <a:t>51</a:t>
            </a:r>
          </a:p>
        </p:txBody>
      </p:sp>
    </p:spTree>
    <p:extLst>
      <p:ext uri="{BB962C8B-B14F-4D97-AF65-F5344CB8AC3E}">
        <p14:creationId xmlns:p14="http://schemas.microsoft.com/office/powerpoint/2010/main" val="2493034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056F2-D90F-2386-B8B9-FF3C26070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FD71C-6502-0F2B-3C8E-DD7E2975EAC0}"/>
              </a:ext>
            </a:extLst>
          </p:cNvPr>
          <p:cNvSpPr>
            <a:spLocks noGrp="1"/>
          </p:cNvSpPr>
          <p:nvPr>
            <p:ph type="title"/>
          </p:nvPr>
        </p:nvSpPr>
        <p:spPr>
          <a:xfrm>
            <a:off x="652290" y="277549"/>
            <a:ext cx="7717500" cy="541500"/>
          </a:xfrm>
        </p:spPr>
        <p:txBody>
          <a:bodyPr/>
          <a:lstStyle/>
          <a:p>
            <a:r>
              <a:rPr lang="en-US" dirty="0"/>
              <a:t>Resell Product view Page</a:t>
            </a:r>
          </a:p>
        </p:txBody>
      </p:sp>
      <p:sp>
        <p:nvSpPr>
          <p:cNvPr id="3" name="Subtitle 2">
            <a:extLst>
              <a:ext uri="{FF2B5EF4-FFF2-40B4-BE49-F238E27FC236}">
                <a16:creationId xmlns:a16="http://schemas.microsoft.com/office/drawing/2014/main" id="{5983A5B2-0688-CEC0-8D3A-D7D634CA0961}"/>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7E6D2565-5615-75AD-40C6-E0420F5DCA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912" y="905688"/>
            <a:ext cx="4105184" cy="3960259"/>
          </a:xfrm>
          <a:prstGeom prst="rect">
            <a:avLst/>
          </a:prstGeom>
          <a:noFill/>
          <a:ln>
            <a:noFill/>
          </a:ln>
        </p:spPr>
      </p:pic>
      <p:pic>
        <p:nvPicPr>
          <p:cNvPr id="7" name="Picture 6">
            <a:extLst>
              <a:ext uri="{FF2B5EF4-FFF2-40B4-BE49-F238E27FC236}">
                <a16:creationId xmlns:a16="http://schemas.microsoft.com/office/drawing/2014/main" id="{CB388E8B-609A-614C-DCE1-937621C301F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5142" y="905688"/>
            <a:ext cx="3500847" cy="3960259"/>
          </a:xfrm>
          <a:prstGeom prst="rect">
            <a:avLst/>
          </a:prstGeom>
          <a:noFill/>
          <a:ln>
            <a:noFill/>
          </a:ln>
        </p:spPr>
      </p:pic>
      <p:pic>
        <p:nvPicPr>
          <p:cNvPr id="8" name="Picture 7">
            <a:extLst>
              <a:ext uri="{FF2B5EF4-FFF2-40B4-BE49-F238E27FC236}">
                <a16:creationId xmlns:a16="http://schemas.microsoft.com/office/drawing/2014/main" id="{47476AFD-E914-C7B5-7467-1450BF6C5D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725989" y="4615949"/>
            <a:ext cx="500000" cy="500000"/>
          </a:xfrm>
          <a:prstGeom prst="rect">
            <a:avLst/>
          </a:prstGeom>
          <a:noFill/>
        </p:spPr>
        <p:txBody>
          <a:bodyPr wrap="none">
            <a:spAutoFit/>
          </a:bodyPr>
          <a:lstStyle/>
          <a:p>
            <a:r>
              <a:rPr dirty="0"/>
              <a:t>52</a:t>
            </a:r>
          </a:p>
        </p:txBody>
      </p:sp>
    </p:spTree>
    <p:extLst>
      <p:ext uri="{BB962C8B-B14F-4D97-AF65-F5344CB8AC3E}">
        <p14:creationId xmlns:p14="http://schemas.microsoft.com/office/powerpoint/2010/main" val="41699254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C04C-FEBE-1B02-8F81-BD21117CF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F0219-F5FF-788D-8C7B-1531068EA6D9}"/>
              </a:ext>
            </a:extLst>
          </p:cNvPr>
          <p:cNvSpPr>
            <a:spLocks noGrp="1"/>
          </p:cNvSpPr>
          <p:nvPr>
            <p:ph type="title"/>
          </p:nvPr>
        </p:nvSpPr>
        <p:spPr>
          <a:xfrm>
            <a:off x="652290" y="277549"/>
            <a:ext cx="7717500" cy="541500"/>
          </a:xfrm>
        </p:spPr>
        <p:txBody>
          <a:bodyPr/>
          <a:lstStyle/>
          <a:p>
            <a:r>
              <a:rPr lang="en-US" dirty="0"/>
              <a:t>Order view Page</a:t>
            </a:r>
          </a:p>
        </p:txBody>
      </p:sp>
      <p:sp>
        <p:nvSpPr>
          <p:cNvPr id="3" name="Subtitle 2">
            <a:extLst>
              <a:ext uri="{FF2B5EF4-FFF2-40B4-BE49-F238E27FC236}">
                <a16:creationId xmlns:a16="http://schemas.microsoft.com/office/drawing/2014/main" id="{209CF501-CD19-1537-747B-3410DB3FCDD7}"/>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FA55118A-9265-20C6-A7C6-014CFF79A0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49" y="905691"/>
            <a:ext cx="7717499" cy="3960260"/>
          </a:xfrm>
          <a:prstGeom prst="rect">
            <a:avLst/>
          </a:prstGeom>
          <a:noFill/>
          <a:ln>
            <a:noFill/>
          </a:ln>
        </p:spPr>
      </p:pic>
      <p:pic>
        <p:nvPicPr>
          <p:cNvPr id="6" name="Picture 5">
            <a:extLst>
              <a:ext uri="{FF2B5EF4-FFF2-40B4-BE49-F238E27FC236}">
                <a16:creationId xmlns:a16="http://schemas.microsoft.com/office/drawing/2014/main" id="{BB928A6B-7B46-AFAE-AA87-71FFCC0AE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35885" y="4643500"/>
            <a:ext cx="500000" cy="500000"/>
          </a:xfrm>
          <a:prstGeom prst="rect">
            <a:avLst/>
          </a:prstGeom>
          <a:noFill/>
        </p:spPr>
        <p:txBody>
          <a:bodyPr wrap="none">
            <a:spAutoFit/>
          </a:bodyPr>
          <a:lstStyle/>
          <a:p>
            <a:r>
              <a:t>53</a:t>
            </a:r>
          </a:p>
        </p:txBody>
      </p:sp>
    </p:spTree>
    <p:extLst>
      <p:ext uri="{BB962C8B-B14F-4D97-AF65-F5344CB8AC3E}">
        <p14:creationId xmlns:p14="http://schemas.microsoft.com/office/powerpoint/2010/main" val="2277172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660FD-C3D4-BAB5-FCD8-C9E3756D7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3CE2F-92E5-E42D-EB5A-A9F4AD80B6FD}"/>
              </a:ext>
            </a:extLst>
          </p:cNvPr>
          <p:cNvSpPr>
            <a:spLocks noGrp="1"/>
          </p:cNvSpPr>
          <p:nvPr>
            <p:ph type="title"/>
          </p:nvPr>
        </p:nvSpPr>
        <p:spPr>
          <a:xfrm>
            <a:off x="652290" y="277549"/>
            <a:ext cx="7717500" cy="541500"/>
          </a:xfrm>
        </p:spPr>
        <p:txBody>
          <a:bodyPr/>
          <a:lstStyle/>
          <a:p>
            <a:r>
              <a:rPr lang="en-US" dirty="0"/>
              <a:t>Account Page</a:t>
            </a:r>
          </a:p>
        </p:txBody>
      </p:sp>
      <p:sp>
        <p:nvSpPr>
          <p:cNvPr id="3" name="Subtitle 2">
            <a:extLst>
              <a:ext uri="{FF2B5EF4-FFF2-40B4-BE49-F238E27FC236}">
                <a16:creationId xmlns:a16="http://schemas.microsoft.com/office/drawing/2014/main" id="{83A62B4B-5E06-0300-F833-DFA2B1134281}"/>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B4AD144B-7EC7-D37C-10C8-136EDA8EC71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49" y="905691"/>
            <a:ext cx="7717499" cy="3960260"/>
          </a:xfrm>
          <a:prstGeom prst="rect">
            <a:avLst/>
          </a:prstGeom>
          <a:noFill/>
          <a:ln>
            <a:noFill/>
          </a:ln>
        </p:spPr>
      </p:pic>
      <p:pic>
        <p:nvPicPr>
          <p:cNvPr id="6" name="Picture 5">
            <a:extLst>
              <a:ext uri="{FF2B5EF4-FFF2-40B4-BE49-F238E27FC236}">
                <a16:creationId xmlns:a16="http://schemas.microsoft.com/office/drawing/2014/main" id="{573096C2-9129-BE03-B000-ED6F21AAC3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30748" y="4702593"/>
            <a:ext cx="500000" cy="500000"/>
          </a:xfrm>
          <a:prstGeom prst="rect">
            <a:avLst/>
          </a:prstGeom>
          <a:noFill/>
        </p:spPr>
        <p:txBody>
          <a:bodyPr wrap="none">
            <a:spAutoFit/>
          </a:bodyPr>
          <a:lstStyle/>
          <a:p>
            <a:r>
              <a:t>54</a:t>
            </a:r>
          </a:p>
        </p:txBody>
      </p:sp>
    </p:spTree>
    <p:extLst>
      <p:ext uri="{BB962C8B-B14F-4D97-AF65-F5344CB8AC3E}">
        <p14:creationId xmlns:p14="http://schemas.microsoft.com/office/powerpoint/2010/main" val="39848685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3D26A-EB2B-87AA-A6E0-9E039BFF9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F82C5-6A7A-E357-6FBF-F8B67DF04C0F}"/>
              </a:ext>
            </a:extLst>
          </p:cNvPr>
          <p:cNvSpPr>
            <a:spLocks noGrp="1"/>
          </p:cNvSpPr>
          <p:nvPr>
            <p:ph type="title"/>
          </p:nvPr>
        </p:nvSpPr>
        <p:spPr>
          <a:xfrm>
            <a:off x="1630410" y="1465560"/>
            <a:ext cx="6005100" cy="1516800"/>
          </a:xfrm>
        </p:spPr>
        <p:txBody>
          <a:bodyPr/>
          <a:lstStyle/>
          <a:p>
            <a:r>
              <a:rPr lang="en-US" dirty="0"/>
              <a:t>Delivery Partner Site</a:t>
            </a:r>
          </a:p>
        </p:txBody>
      </p:sp>
      <p:pic>
        <p:nvPicPr>
          <p:cNvPr id="3" name="Picture 2">
            <a:extLst>
              <a:ext uri="{FF2B5EF4-FFF2-40B4-BE49-F238E27FC236}">
                <a16:creationId xmlns:a16="http://schemas.microsoft.com/office/drawing/2014/main" id="{41322185-E201-2554-019E-D41B806A9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55</a:t>
            </a:r>
          </a:p>
        </p:txBody>
      </p:sp>
    </p:spTree>
    <p:extLst>
      <p:ext uri="{BB962C8B-B14F-4D97-AF65-F5344CB8AC3E}">
        <p14:creationId xmlns:p14="http://schemas.microsoft.com/office/powerpoint/2010/main" val="25200505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D003F-6350-A8EA-32EB-8326B011B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A7F77-AB1D-C8F8-9E58-51DC192F2881}"/>
              </a:ext>
            </a:extLst>
          </p:cNvPr>
          <p:cNvSpPr>
            <a:spLocks noGrp="1"/>
          </p:cNvSpPr>
          <p:nvPr>
            <p:ph type="title"/>
          </p:nvPr>
        </p:nvSpPr>
        <p:spPr>
          <a:xfrm>
            <a:off x="652290" y="277549"/>
            <a:ext cx="7717500" cy="541500"/>
          </a:xfrm>
        </p:spPr>
        <p:txBody>
          <a:bodyPr/>
          <a:lstStyle/>
          <a:p>
            <a:r>
              <a:rPr lang="en-US" dirty="0"/>
              <a:t>Login Page</a:t>
            </a:r>
          </a:p>
        </p:txBody>
      </p:sp>
      <p:sp>
        <p:nvSpPr>
          <p:cNvPr id="3" name="Subtitle 2">
            <a:extLst>
              <a:ext uri="{FF2B5EF4-FFF2-40B4-BE49-F238E27FC236}">
                <a16:creationId xmlns:a16="http://schemas.microsoft.com/office/drawing/2014/main" id="{E194D9A2-FAF9-4386-1CA0-EFC0477586C1}"/>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E9B91311-59D8-0968-A5B7-5F0BC83CFB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49" y="905691"/>
            <a:ext cx="7717499" cy="4032069"/>
          </a:xfrm>
          <a:prstGeom prst="rect">
            <a:avLst/>
          </a:prstGeom>
          <a:noFill/>
          <a:ln>
            <a:noFill/>
          </a:ln>
        </p:spPr>
      </p:pic>
      <p:pic>
        <p:nvPicPr>
          <p:cNvPr id="6" name="Picture 5">
            <a:extLst>
              <a:ext uri="{FF2B5EF4-FFF2-40B4-BE49-F238E27FC236}">
                <a16:creationId xmlns:a16="http://schemas.microsoft.com/office/drawing/2014/main" id="{708F7693-20D6-E4E6-05A3-68FC78870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30748" y="4651856"/>
            <a:ext cx="500000" cy="500000"/>
          </a:xfrm>
          <a:prstGeom prst="rect">
            <a:avLst/>
          </a:prstGeom>
          <a:noFill/>
        </p:spPr>
        <p:txBody>
          <a:bodyPr wrap="none">
            <a:spAutoFit/>
          </a:bodyPr>
          <a:lstStyle/>
          <a:p>
            <a:r>
              <a:rPr dirty="0"/>
              <a:t>56</a:t>
            </a:r>
          </a:p>
        </p:txBody>
      </p:sp>
    </p:spTree>
    <p:extLst>
      <p:ext uri="{BB962C8B-B14F-4D97-AF65-F5344CB8AC3E}">
        <p14:creationId xmlns:p14="http://schemas.microsoft.com/office/powerpoint/2010/main" val="39428794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DE27B-497E-B74A-FDC7-0B92A00BD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7620-DA08-D977-97A6-AB47CE3CCE2E}"/>
              </a:ext>
            </a:extLst>
          </p:cNvPr>
          <p:cNvSpPr>
            <a:spLocks noGrp="1"/>
          </p:cNvSpPr>
          <p:nvPr>
            <p:ph type="title"/>
          </p:nvPr>
        </p:nvSpPr>
        <p:spPr>
          <a:xfrm>
            <a:off x="652290" y="277549"/>
            <a:ext cx="7717500" cy="541500"/>
          </a:xfrm>
        </p:spPr>
        <p:txBody>
          <a:bodyPr/>
          <a:lstStyle/>
          <a:p>
            <a:r>
              <a:rPr lang="en-US" dirty="0"/>
              <a:t>View Orders Page</a:t>
            </a:r>
          </a:p>
        </p:txBody>
      </p:sp>
      <p:sp>
        <p:nvSpPr>
          <p:cNvPr id="3" name="Subtitle 2">
            <a:extLst>
              <a:ext uri="{FF2B5EF4-FFF2-40B4-BE49-F238E27FC236}">
                <a16:creationId xmlns:a16="http://schemas.microsoft.com/office/drawing/2014/main" id="{0BDE3ECD-A1AE-67D0-F875-2B1302E9CE8B}"/>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861FDC09-B5AA-2CC5-9F86-42011B5F86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50" y="905691"/>
            <a:ext cx="7717498" cy="3960260"/>
          </a:xfrm>
          <a:prstGeom prst="rect">
            <a:avLst/>
          </a:prstGeom>
          <a:noFill/>
          <a:ln>
            <a:noFill/>
          </a:ln>
        </p:spPr>
      </p:pic>
      <p:pic>
        <p:nvPicPr>
          <p:cNvPr id="6" name="Picture 5">
            <a:extLst>
              <a:ext uri="{FF2B5EF4-FFF2-40B4-BE49-F238E27FC236}">
                <a16:creationId xmlns:a16="http://schemas.microsoft.com/office/drawing/2014/main" id="{41F7F7B0-6DF1-0B64-9EED-9AC7EC952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535886" y="4643500"/>
            <a:ext cx="500000" cy="500000"/>
          </a:xfrm>
          <a:prstGeom prst="rect">
            <a:avLst/>
          </a:prstGeom>
          <a:noFill/>
        </p:spPr>
        <p:txBody>
          <a:bodyPr wrap="none">
            <a:spAutoFit/>
          </a:bodyPr>
          <a:lstStyle/>
          <a:p>
            <a:r>
              <a:t>57</a:t>
            </a:r>
          </a:p>
        </p:txBody>
      </p:sp>
    </p:spTree>
    <p:extLst>
      <p:ext uri="{BB962C8B-B14F-4D97-AF65-F5344CB8AC3E}">
        <p14:creationId xmlns:p14="http://schemas.microsoft.com/office/powerpoint/2010/main" val="736213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B14CA-1B83-B357-99F7-7DE1B208F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6492C-E158-155F-6386-A79AFD4B4AF4}"/>
              </a:ext>
            </a:extLst>
          </p:cNvPr>
          <p:cNvSpPr>
            <a:spLocks noGrp="1"/>
          </p:cNvSpPr>
          <p:nvPr>
            <p:ph type="title"/>
          </p:nvPr>
        </p:nvSpPr>
        <p:spPr>
          <a:xfrm>
            <a:off x="652290" y="277549"/>
            <a:ext cx="7717500" cy="541500"/>
          </a:xfrm>
        </p:spPr>
        <p:txBody>
          <a:bodyPr/>
          <a:lstStyle/>
          <a:p>
            <a:r>
              <a:rPr lang="en-US" dirty="0"/>
              <a:t>View Order detail Page</a:t>
            </a:r>
          </a:p>
        </p:txBody>
      </p:sp>
      <p:sp>
        <p:nvSpPr>
          <p:cNvPr id="3" name="Subtitle 2">
            <a:extLst>
              <a:ext uri="{FF2B5EF4-FFF2-40B4-BE49-F238E27FC236}">
                <a16:creationId xmlns:a16="http://schemas.microsoft.com/office/drawing/2014/main" id="{969774F3-9B1D-6E38-E681-4D6FDC8F6498}"/>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39536552-B263-1DBA-EB3A-CF00BF8D5198}"/>
              </a:ext>
            </a:extLst>
          </p:cNvPr>
          <p:cNvPicPr>
            <a:picLocks noChangeAspect="1"/>
          </p:cNvPicPr>
          <p:nvPr/>
        </p:nvPicPr>
        <p:blipFill>
          <a:blip r:embed="rId2"/>
          <a:stretch>
            <a:fillRect/>
          </a:stretch>
        </p:blipFill>
        <p:spPr>
          <a:xfrm>
            <a:off x="713250" y="905684"/>
            <a:ext cx="4216652" cy="3960259"/>
          </a:xfrm>
          <a:prstGeom prst="rect">
            <a:avLst/>
          </a:prstGeom>
        </p:spPr>
      </p:pic>
      <p:pic>
        <p:nvPicPr>
          <p:cNvPr id="6" name="Picture 5">
            <a:extLst>
              <a:ext uri="{FF2B5EF4-FFF2-40B4-BE49-F238E27FC236}">
                <a16:creationId xmlns:a16="http://schemas.microsoft.com/office/drawing/2014/main" id="{9D29EFD9-4EE3-6DB0-6DBD-5EFAE9C122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39800" y="905683"/>
            <a:ext cx="3638439" cy="3960260"/>
          </a:xfrm>
          <a:prstGeom prst="rect">
            <a:avLst/>
          </a:prstGeom>
          <a:noFill/>
          <a:ln>
            <a:noFill/>
          </a:ln>
        </p:spPr>
      </p:pic>
      <p:pic>
        <p:nvPicPr>
          <p:cNvPr id="8" name="Picture 7">
            <a:extLst>
              <a:ext uri="{FF2B5EF4-FFF2-40B4-BE49-F238E27FC236}">
                <a16:creationId xmlns:a16="http://schemas.microsoft.com/office/drawing/2014/main" id="{DF0AB497-06E0-0524-C827-D40DBE0DF2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8738137" y="4605400"/>
            <a:ext cx="500000" cy="500000"/>
          </a:xfrm>
          <a:prstGeom prst="rect">
            <a:avLst/>
          </a:prstGeom>
          <a:noFill/>
        </p:spPr>
        <p:txBody>
          <a:bodyPr wrap="none">
            <a:spAutoFit/>
          </a:bodyPr>
          <a:lstStyle/>
          <a:p>
            <a:r>
              <a:t>58</a:t>
            </a:r>
          </a:p>
        </p:txBody>
      </p:sp>
    </p:spTree>
    <p:extLst>
      <p:ext uri="{BB962C8B-B14F-4D97-AF65-F5344CB8AC3E}">
        <p14:creationId xmlns:p14="http://schemas.microsoft.com/office/powerpoint/2010/main" val="7336708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02461-8514-6BAF-4EB5-5C04B91FE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70359-89C4-3A53-4129-5A58E1DB8F48}"/>
              </a:ext>
            </a:extLst>
          </p:cNvPr>
          <p:cNvSpPr>
            <a:spLocks noGrp="1"/>
          </p:cNvSpPr>
          <p:nvPr>
            <p:ph type="title"/>
          </p:nvPr>
        </p:nvSpPr>
        <p:spPr>
          <a:xfrm>
            <a:off x="652290" y="277549"/>
            <a:ext cx="7717500" cy="541500"/>
          </a:xfrm>
        </p:spPr>
        <p:txBody>
          <a:bodyPr/>
          <a:lstStyle/>
          <a:p>
            <a:r>
              <a:rPr lang="en-US" dirty="0"/>
              <a:t>Account Page</a:t>
            </a:r>
          </a:p>
        </p:txBody>
      </p:sp>
      <p:sp>
        <p:nvSpPr>
          <p:cNvPr id="3" name="Subtitle 2">
            <a:extLst>
              <a:ext uri="{FF2B5EF4-FFF2-40B4-BE49-F238E27FC236}">
                <a16:creationId xmlns:a16="http://schemas.microsoft.com/office/drawing/2014/main" id="{7E44E6FC-3A13-00D0-43A7-E4774A596237}"/>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567E1B3C-E77B-0B0F-54F6-092EB8B109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3249" y="905691"/>
            <a:ext cx="7717499" cy="3960260"/>
          </a:xfrm>
          <a:prstGeom prst="rect">
            <a:avLst/>
          </a:prstGeom>
          <a:noFill/>
          <a:ln>
            <a:noFill/>
          </a:ln>
        </p:spPr>
      </p:pic>
      <p:pic>
        <p:nvPicPr>
          <p:cNvPr id="4" name="Picture 3">
            <a:extLst>
              <a:ext uri="{FF2B5EF4-FFF2-40B4-BE49-F238E27FC236}">
                <a16:creationId xmlns:a16="http://schemas.microsoft.com/office/drawing/2014/main" id="{CB283D2A-6918-09BA-109D-3E5B4A3E2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8518468" y="4615951"/>
            <a:ext cx="500000" cy="500000"/>
          </a:xfrm>
          <a:prstGeom prst="rect">
            <a:avLst/>
          </a:prstGeom>
          <a:noFill/>
        </p:spPr>
        <p:txBody>
          <a:bodyPr wrap="none">
            <a:spAutoFit/>
          </a:bodyPr>
          <a:lstStyle/>
          <a:p>
            <a:r>
              <a:t>59</a:t>
            </a:r>
          </a:p>
        </p:txBody>
      </p:sp>
    </p:spTree>
    <p:extLst>
      <p:ext uri="{BB962C8B-B14F-4D97-AF65-F5344CB8AC3E}">
        <p14:creationId xmlns:p14="http://schemas.microsoft.com/office/powerpoint/2010/main" val="10421928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8E928-1EC8-240D-6B01-97D3F7057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B40A0-B666-03B8-677D-EBD3B76DA136}"/>
              </a:ext>
            </a:extLst>
          </p:cNvPr>
          <p:cNvSpPr>
            <a:spLocks noGrp="1"/>
          </p:cNvSpPr>
          <p:nvPr>
            <p:ph type="title"/>
          </p:nvPr>
        </p:nvSpPr>
        <p:spPr>
          <a:xfrm>
            <a:off x="1630410" y="1465560"/>
            <a:ext cx="6005100" cy="1516800"/>
          </a:xfrm>
        </p:spPr>
        <p:txBody>
          <a:bodyPr/>
          <a:lstStyle/>
          <a:p>
            <a:r>
              <a:rPr lang="en-US" dirty="0"/>
              <a:t>Admin Site</a:t>
            </a:r>
          </a:p>
        </p:txBody>
      </p:sp>
      <p:pic>
        <p:nvPicPr>
          <p:cNvPr id="3" name="Picture 2">
            <a:extLst>
              <a:ext uri="{FF2B5EF4-FFF2-40B4-BE49-F238E27FC236}">
                <a16:creationId xmlns:a16="http://schemas.microsoft.com/office/drawing/2014/main" id="{CF8EDE80-27C5-F90E-6A4F-9EFE3CE6E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8144000" y="4643500"/>
            <a:ext cx="500000" cy="500000"/>
          </a:xfrm>
          <a:prstGeom prst="rect">
            <a:avLst/>
          </a:prstGeom>
          <a:noFill/>
        </p:spPr>
        <p:txBody>
          <a:bodyPr wrap="none">
            <a:spAutoFit/>
          </a:bodyPr>
          <a:lstStyle/>
          <a:p>
            <a:r>
              <a:t>60</a:t>
            </a:r>
          </a:p>
        </p:txBody>
      </p:sp>
    </p:spTree>
    <p:extLst>
      <p:ext uri="{BB962C8B-B14F-4D97-AF65-F5344CB8AC3E}">
        <p14:creationId xmlns:p14="http://schemas.microsoft.com/office/powerpoint/2010/main" val="29274396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28DC8-449E-7461-556A-864AD2F73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97333-9FAF-0056-A435-FDC992BE7487}"/>
              </a:ext>
            </a:extLst>
          </p:cNvPr>
          <p:cNvSpPr>
            <a:spLocks noGrp="1"/>
          </p:cNvSpPr>
          <p:nvPr>
            <p:ph type="title"/>
          </p:nvPr>
        </p:nvSpPr>
        <p:spPr>
          <a:xfrm>
            <a:off x="652290" y="277549"/>
            <a:ext cx="7717500" cy="541500"/>
          </a:xfrm>
        </p:spPr>
        <p:txBody>
          <a:bodyPr/>
          <a:lstStyle/>
          <a:p>
            <a:r>
              <a:rPr lang="en-US" dirty="0"/>
              <a:t>Login Page</a:t>
            </a:r>
          </a:p>
        </p:txBody>
      </p:sp>
      <p:sp>
        <p:nvSpPr>
          <p:cNvPr id="3" name="Subtitle 2">
            <a:extLst>
              <a:ext uri="{FF2B5EF4-FFF2-40B4-BE49-F238E27FC236}">
                <a16:creationId xmlns:a16="http://schemas.microsoft.com/office/drawing/2014/main" id="{C326BB03-8707-1053-0389-F604157908EF}"/>
              </a:ext>
            </a:extLst>
          </p:cNvPr>
          <p:cNvSpPr>
            <a:spLocks noGrp="1"/>
          </p:cNvSpPr>
          <p:nvPr>
            <p:ph type="subTitle" idx="1"/>
          </p:nvPr>
        </p:nvSpPr>
        <p:spPr>
          <a:xfrm>
            <a:off x="713250" y="905691"/>
            <a:ext cx="7717499" cy="3960260"/>
          </a:xfrm>
        </p:spPr>
        <p:txBody>
          <a:bodyPr/>
          <a:lstStyle/>
          <a:p>
            <a:endParaRPr lang="en-US" dirty="0"/>
          </a:p>
        </p:txBody>
      </p:sp>
      <p:pic>
        <p:nvPicPr>
          <p:cNvPr id="4" name="Picture 3">
            <a:extLst>
              <a:ext uri="{FF2B5EF4-FFF2-40B4-BE49-F238E27FC236}">
                <a16:creationId xmlns:a16="http://schemas.microsoft.com/office/drawing/2014/main" id="{F0F74F11-609C-5700-1AB8-DD9E25629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49" y="905691"/>
            <a:ext cx="7717499" cy="3960260"/>
          </a:xfrm>
          <a:prstGeom prst="rect">
            <a:avLst/>
          </a:prstGeom>
          <a:noFill/>
          <a:ln>
            <a:noFill/>
          </a:ln>
        </p:spPr>
      </p:pic>
      <p:pic>
        <p:nvPicPr>
          <p:cNvPr id="6" name="Picture 5">
            <a:extLst>
              <a:ext uri="{FF2B5EF4-FFF2-40B4-BE49-F238E27FC236}">
                <a16:creationId xmlns:a16="http://schemas.microsoft.com/office/drawing/2014/main" id="{0F822FF5-9CF0-17CD-39B5-0886D20215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30748" y="4643500"/>
            <a:ext cx="500000" cy="500000"/>
          </a:xfrm>
          <a:prstGeom prst="rect">
            <a:avLst/>
          </a:prstGeom>
          <a:noFill/>
        </p:spPr>
        <p:txBody>
          <a:bodyPr wrap="none">
            <a:spAutoFit/>
          </a:bodyPr>
          <a:lstStyle/>
          <a:p>
            <a:r>
              <a:t>61</a:t>
            </a:r>
          </a:p>
        </p:txBody>
      </p:sp>
    </p:spTree>
    <p:extLst>
      <p:ext uri="{BB962C8B-B14F-4D97-AF65-F5344CB8AC3E}">
        <p14:creationId xmlns:p14="http://schemas.microsoft.com/office/powerpoint/2010/main" val="23570203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44C73-DAFB-3C3C-CD63-6F28AFA0F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EEB60-BB5A-D324-F255-CFF067FB1288}"/>
              </a:ext>
            </a:extLst>
          </p:cNvPr>
          <p:cNvSpPr>
            <a:spLocks noGrp="1"/>
          </p:cNvSpPr>
          <p:nvPr>
            <p:ph type="title"/>
          </p:nvPr>
        </p:nvSpPr>
        <p:spPr>
          <a:xfrm>
            <a:off x="652290" y="277549"/>
            <a:ext cx="7717500" cy="541500"/>
          </a:xfrm>
        </p:spPr>
        <p:txBody>
          <a:bodyPr/>
          <a:lstStyle/>
          <a:p>
            <a:r>
              <a:rPr lang="en-US" dirty="0"/>
              <a:t>Dashboard Page</a:t>
            </a:r>
          </a:p>
        </p:txBody>
      </p:sp>
      <p:sp>
        <p:nvSpPr>
          <p:cNvPr id="3" name="Subtitle 2">
            <a:extLst>
              <a:ext uri="{FF2B5EF4-FFF2-40B4-BE49-F238E27FC236}">
                <a16:creationId xmlns:a16="http://schemas.microsoft.com/office/drawing/2014/main" id="{DA109511-DE04-463A-C570-A1979950524B}"/>
              </a:ext>
            </a:extLst>
          </p:cNvPr>
          <p:cNvSpPr>
            <a:spLocks noGrp="1"/>
          </p:cNvSpPr>
          <p:nvPr>
            <p:ph type="subTitle" idx="1"/>
          </p:nvPr>
        </p:nvSpPr>
        <p:spPr>
          <a:xfrm>
            <a:off x="713250" y="905691"/>
            <a:ext cx="7717499" cy="3960260"/>
          </a:xfrm>
        </p:spPr>
        <p:txBody>
          <a:bodyPr/>
          <a:lstStyle/>
          <a:p>
            <a:endParaRPr lang="en-US" dirty="0"/>
          </a:p>
        </p:txBody>
      </p:sp>
      <p:pic>
        <p:nvPicPr>
          <p:cNvPr id="5" name="Picture 4">
            <a:extLst>
              <a:ext uri="{FF2B5EF4-FFF2-40B4-BE49-F238E27FC236}">
                <a16:creationId xmlns:a16="http://schemas.microsoft.com/office/drawing/2014/main" id="{05B4C081-0200-1843-7A9D-B53D2051A0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249" y="819049"/>
            <a:ext cx="7717499" cy="4046902"/>
          </a:xfrm>
          <a:prstGeom prst="rect">
            <a:avLst/>
          </a:prstGeom>
          <a:noFill/>
          <a:ln>
            <a:noFill/>
          </a:ln>
        </p:spPr>
      </p:pic>
      <p:pic>
        <p:nvPicPr>
          <p:cNvPr id="6" name="Picture 5">
            <a:extLst>
              <a:ext uri="{FF2B5EF4-FFF2-40B4-BE49-F238E27FC236}">
                <a16:creationId xmlns:a16="http://schemas.microsoft.com/office/drawing/2014/main" id="{C4EE21FD-909A-728C-355F-ED83A6CB5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3873" y="-9767"/>
            <a:ext cx="2650127" cy="82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91707" y="4643500"/>
            <a:ext cx="500000" cy="500000"/>
          </a:xfrm>
          <a:prstGeom prst="rect">
            <a:avLst/>
          </a:prstGeom>
          <a:noFill/>
        </p:spPr>
        <p:txBody>
          <a:bodyPr wrap="none">
            <a:spAutoFit/>
          </a:bodyPr>
          <a:lstStyle/>
          <a:p>
            <a:r>
              <a:t>62</a:t>
            </a:r>
          </a:p>
        </p:txBody>
      </p:sp>
    </p:spTree>
    <p:extLst>
      <p:ext uri="{BB962C8B-B14F-4D97-AF65-F5344CB8AC3E}">
        <p14:creationId xmlns:p14="http://schemas.microsoft.com/office/powerpoint/2010/main" val="539273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31"/>
        <p:cNvGrpSpPr/>
        <p:nvPr/>
      </p:nvGrpSpPr>
      <p:grpSpPr>
        <a:xfrm>
          <a:off x="0" y="0"/>
          <a:ext cx="0" cy="0"/>
          <a:chOff x="0" y="0"/>
          <a:chExt cx="0" cy="0"/>
        </a:xfrm>
      </p:grpSpPr>
      <p:sp>
        <p:nvSpPr>
          <p:cNvPr id="2168" name="Google Shape;2168;p100"/>
          <p:cNvSpPr/>
          <p:nvPr/>
        </p:nvSpPr>
        <p:spPr>
          <a:xfrm rot="-996204" flipH="1">
            <a:off x="-917706" y="-448408"/>
            <a:ext cx="3403937" cy="338982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B106493-E30E-7CC4-68B9-F2F1DC7B469D}"/>
              </a:ext>
            </a:extLst>
          </p:cNvPr>
          <p:cNvSpPr txBox="1"/>
          <p:nvPr/>
        </p:nvSpPr>
        <p:spPr>
          <a:xfrm>
            <a:off x="784262" y="870606"/>
            <a:ext cx="8077200" cy="419602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dirty="0"/>
              <a:t>Customer Benefits Through Low-Cost &amp; Unique Features : affordable rentals and features like Buy-Back, Spin-to-Win, and Reselling made the platform more appealing. These features provided cost-effective fashion choices, enhancing the overall value for customers. </a:t>
            </a:r>
          </a:p>
          <a:p>
            <a:pPr marL="285750" indent="-285750" algn="just">
              <a:lnSpc>
                <a:spcPct val="150000"/>
              </a:lnSpc>
              <a:buFont typeface="Arial" panose="020B0604020202020204" pitchFamily="34" charset="0"/>
              <a:buChar char="•"/>
            </a:pPr>
            <a:endParaRPr lang="en-US" sz="1800" dirty="0"/>
          </a:p>
          <a:p>
            <a:pPr marL="285750" indent="-285750" algn="just">
              <a:lnSpc>
                <a:spcPct val="150000"/>
              </a:lnSpc>
              <a:buFont typeface="Arial" panose="020B0604020202020204" pitchFamily="34" charset="0"/>
              <a:buChar char="•"/>
            </a:pPr>
            <a:r>
              <a:rPr lang="en-US" sz="1800" dirty="0"/>
              <a:t>Well-Structured Website Management &amp; Positive Response : The project demonstrated how an efficiently managed fashion rental platform can provide a smooth user experience. The planned structure and functionalities received positive feedback from those who reviewed the project. </a:t>
            </a:r>
          </a:p>
        </p:txBody>
      </p:sp>
      <p:pic>
        <p:nvPicPr>
          <p:cNvPr id="2" name="Picture 1">
            <a:extLst>
              <a:ext uri="{FF2B5EF4-FFF2-40B4-BE49-F238E27FC236}">
                <a16:creationId xmlns:a16="http://schemas.microsoft.com/office/drawing/2014/main" id="{80A01B65-CB66-9185-163D-DCA6F826B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9" name="TextBox 2168"/>
          <p:cNvSpPr txBox="1"/>
          <p:nvPr/>
        </p:nvSpPr>
        <p:spPr>
          <a:xfrm>
            <a:off x="8144000" y="4643500"/>
            <a:ext cx="500000" cy="500000"/>
          </a:xfrm>
          <a:prstGeom prst="rect">
            <a:avLst/>
          </a:prstGeom>
          <a:noFill/>
        </p:spPr>
        <p:txBody>
          <a:bodyPr wrap="none">
            <a:spAutoFit/>
          </a:bodyPr>
          <a:lstStyle/>
          <a:p>
            <a:r>
              <a:t>63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31">
          <a:extLst>
            <a:ext uri="{FF2B5EF4-FFF2-40B4-BE49-F238E27FC236}">
              <a16:creationId xmlns:a16="http://schemas.microsoft.com/office/drawing/2014/main" id="{382A74E2-0026-E2F3-F13A-2DD50ACE8508}"/>
            </a:ext>
          </a:extLst>
        </p:cNvPr>
        <p:cNvGrpSpPr/>
        <p:nvPr/>
      </p:nvGrpSpPr>
      <p:grpSpPr>
        <a:xfrm>
          <a:off x="0" y="0"/>
          <a:ext cx="0" cy="0"/>
          <a:chOff x="0" y="0"/>
          <a:chExt cx="0" cy="0"/>
        </a:xfrm>
      </p:grpSpPr>
      <p:sp>
        <p:nvSpPr>
          <p:cNvPr id="2168" name="Google Shape;2168;p100">
            <a:extLst>
              <a:ext uri="{FF2B5EF4-FFF2-40B4-BE49-F238E27FC236}">
                <a16:creationId xmlns:a16="http://schemas.microsoft.com/office/drawing/2014/main" id="{FDC182AC-C099-DF33-8AA1-4E74FE777DD1}"/>
              </a:ext>
            </a:extLst>
          </p:cNvPr>
          <p:cNvSpPr/>
          <p:nvPr/>
        </p:nvSpPr>
        <p:spPr>
          <a:xfrm rot="-996204" flipH="1">
            <a:off x="-917706" y="-448408"/>
            <a:ext cx="3403937" cy="338982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9BC4CF96-18FF-DD84-D136-4212385D17E3}"/>
              </a:ext>
            </a:extLst>
          </p:cNvPr>
          <p:cNvSpPr txBox="1"/>
          <p:nvPr/>
        </p:nvSpPr>
        <p:spPr>
          <a:xfrm>
            <a:off x="685800" y="816795"/>
            <a:ext cx="8077200" cy="378052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dirty="0"/>
              <a:t>Effective Service :  The platform's design ensured that customers, sellers, and delivery partners could easily access the services they needed. </a:t>
            </a:r>
          </a:p>
          <a:p>
            <a:pPr algn="just">
              <a:lnSpc>
                <a:spcPct val="150000"/>
              </a:lnSpc>
            </a:pPr>
            <a:endParaRPr lang="en-US" sz="1800" dirty="0"/>
          </a:p>
          <a:p>
            <a:pPr marL="285750" indent="-285750" algn="just">
              <a:lnSpc>
                <a:spcPct val="150000"/>
              </a:lnSpc>
              <a:buFont typeface="Arial" panose="020B0604020202020204" pitchFamily="34" charset="0"/>
              <a:buChar char="•"/>
            </a:pPr>
            <a:r>
              <a:rPr lang="en-US" sz="1800" dirty="0"/>
              <a:t>User-Friendly Seller Dashboard &amp; Positive Feedback from Delivery Management :  The seller dashboard was designed to be intuitive, allowing sellers to list products, view orders, and manage earnings effortlessly. Similarly, the delivery management system ensured easy order tracking and status updates, making the platform efficient from a logistics perspective. </a:t>
            </a:r>
          </a:p>
        </p:txBody>
      </p:sp>
      <p:pic>
        <p:nvPicPr>
          <p:cNvPr id="2" name="Picture 1">
            <a:extLst>
              <a:ext uri="{FF2B5EF4-FFF2-40B4-BE49-F238E27FC236}">
                <a16:creationId xmlns:a16="http://schemas.microsoft.com/office/drawing/2014/main" id="{4684D2C3-110E-A904-8A97-410BEAFFB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9" name="TextBox 2168"/>
          <p:cNvSpPr txBox="1"/>
          <p:nvPr/>
        </p:nvSpPr>
        <p:spPr>
          <a:xfrm>
            <a:off x="8144000" y="4643500"/>
            <a:ext cx="500000" cy="500000"/>
          </a:xfrm>
          <a:prstGeom prst="rect">
            <a:avLst/>
          </a:prstGeom>
          <a:noFill/>
        </p:spPr>
        <p:txBody>
          <a:bodyPr wrap="none">
            <a:spAutoFit/>
          </a:bodyPr>
          <a:lstStyle/>
          <a:p>
            <a:r>
              <a:t>64</a:t>
            </a:r>
          </a:p>
        </p:txBody>
      </p:sp>
    </p:spTree>
    <p:extLst>
      <p:ext uri="{BB962C8B-B14F-4D97-AF65-F5344CB8AC3E}">
        <p14:creationId xmlns:p14="http://schemas.microsoft.com/office/powerpoint/2010/main" val="6649557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94"/>
        <p:cNvGrpSpPr/>
        <p:nvPr/>
      </p:nvGrpSpPr>
      <p:grpSpPr>
        <a:xfrm>
          <a:off x="0" y="0"/>
          <a:ext cx="0" cy="0"/>
          <a:chOff x="0" y="0"/>
          <a:chExt cx="0" cy="0"/>
        </a:xfrm>
      </p:grpSpPr>
      <p:sp>
        <p:nvSpPr>
          <p:cNvPr id="2595" name="Google Shape;2595;p112"/>
          <p:cNvSpPr txBox="1">
            <a:spLocks noGrp="1"/>
          </p:cNvSpPr>
          <p:nvPr>
            <p:ph type="title"/>
          </p:nvPr>
        </p:nvSpPr>
        <p:spPr>
          <a:xfrm>
            <a:off x="2019300" y="1960425"/>
            <a:ext cx="5105400" cy="121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Future Plans</a:t>
            </a:r>
            <a:endParaRPr dirty="0"/>
          </a:p>
        </p:txBody>
      </p:sp>
      <p:sp>
        <p:nvSpPr>
          <p:cNvPr id="2597" name="Google Shape;2597;p112"/>
          <p:cNvSpPr/>
          <p:nvPr/>
        </p:nvSpPr>
        <p:spPr>
          <a:xfrm>
            <a:off x="3881688" y="3438625"/>
            <a:ext cx="1380619" cy="52850"/>
          </a:xfrm>
          <a:custGeom>
            <a:avLst/>
            <a:gdLst/>
            <a:ahLst/>
            <a:cxnLst/>
            <a:rect l="l" t="t" r="r" b="b"/>
            <a:pathLst>
              <a:path w="17505" h="670" extrusionOk="0">
                <a:moveTo>
                  <a:pt x="0" y="0"/>
                </a:moveTo>
                <a:lnTo>
                  <a:pt x="0" y="669"/>
                </a:lnTo>
                <a:lnTo>
                  <a:pt x="17505" y="669"/>
                </a:lnTo>
                <a:lnTo>
                  <a:pt x="17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8B242B95-3F15-7601-D46C-424485536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8" name="TextBox 2597"/>
          <p:cNvSpPr txBox="1"/>
          <p:nvPr/>
        </p:nvSpPr>
        <p:spPr>
          <a:xfrm>
            <a:off x="8144000" y="4643500"/>
            <a:ext cx="500000" cy="500000"/>
          </a:xfrm>
          <a:prstGeom prst="rect">
            <a:avLst/>
          </a:prstGeom>
          <a:noFill/>
        </p:spPr>
        <p:txBody>
          <a:bodyPr wrap="none">
            <a:spAutoFit/>
          </a:bodyPr>
          <a:lstStyle/>
          <a:p>
            <a:r>
              <a:t>65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95"/>
                                        </p:tgtEl>
                                        <p:attrNameLst>
                                          <p:attrName>style.visibility</p:attrName>
                                        </p:attrNameLst>
                                      </p:cBhvr>
                                      <p:to>
                                        <p:strVal val="visible"/>
                                      </p:to>
                                    </p:set>
                                    <p:animEffect transition="in" filter="fade">
                                      <p:cBhvr>
                                        <p:cTn id="7" dur="1000"/>
                                        <p:tgtEl>
                                          <p:spTgt spid="2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7" name="TextBox 6">
            <a:extLst>
              <a:ext uri="{FF2B5EF4-FFF2-40B4-BE49-F238E27FC236}">
                <a16:creationId xmlns:a16="http://schemas.microsoft.com/office/drawing/2014/main" id="{322C46E0-80DD-0B50-B9CF-A38A94A0841B}"/>
              </a:ext>
            </a:extLst>
          </p:cNvPr>
          <p:cNvSpPr txBox="1"/>
          <p:nvPr/>
        </p:nvSpPr>
        <p:spPr>
          <a:xfrm>
            <a:off x="1057276" y="876627"/>
            <a:ext cx="8324849" cy="419602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t>We will plan to either launch the website as a real business or sell the business to a fashion company</a:t>
            </a:r>
          </a:p>
          <a:p>
            <a:pPr>
              <a:lnSpc>
                <a:spcPct val="150000"/>
              </a:lnSpc>
            </a:pPr>
            <a:endParaRPr lang="en-US" sz="1800" dirty="0"/>
          </a:p>
          <a:p>
            <a:pPr marL="285750" indent="-285750">
              <a:lnSpc>
                <a:spcPct val="150000"/>
              </a:lnSpc>
              <a:buFont typeface="Arial" panose="020B0604020202020204" pitchFamily="34" charset="0"/>
              <a:buChar char="•"/>
            </a:pPr>
            <a:r>
              <a:rPr lang="en-US" sz="1800" dirty="0"/>
              <a:t>Add more customization options so customer can have more options to personalized their outfits And Partner with more designers and brands to offer a wider collection </a:t>
            </a:r>
          </a:p>
          <a:p>
            <a:pPr marL="285750" indent="-285750">
              <a:lnSpc>
                <a:spcPct val="150000"/>
              </a:lnSpc>
              <a:buFont typeface="Arial" panose="020B0604020202020204" pitchFamily="34" charset="0"/>
              <a:buChar char="•"/>
            </a:pPr>
            <a:endParaRPr lang="en-US" sz="1800" dirty="0"/>
          </a:p>
          <a:p>
            <a:pPr marL="285750" indent="-285750">
              <a:lnSpc>
                <a:spcPct val="150000"/>
              </a:lnSpc>
              <a:buFont typeface="Arial" panose="020B0604020202020204" pitchFamily="34" charset="0"/>
              <a:buChar char="•"/>
            </a:pPr>
            <a:r>
              <a:rPr lang="en-US" sz="1800" dirty="0"/>
              <a:t>We will introduce the 360 degree product view or if possible we also want to introduce virtual try on feature by AR , so customer can see how outfits looks before renting. </a:t>
            </a:r>
          </a:p>
        </p:txBody>
      </p:sp>
      <p:pic>
        <p:nvPicPr>
          <p:cNvPr id="2" name="Picture 1">
            <a:extLst>
              <a:ext uri="{FF2B5EF4-FFF2-40B4-BE49-F238E27FC236}">
                <a16:creationId xmlns:a16="http://schemas.microsoft.com/office/drawing/2014/main" id="{201CE1AF-CB7A-EDCE-85BF-26BEC693A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144000" y="4643500"/>
            <a:ext cx="500000" cy="500000"/>
          </a:xfrm>
          <a:prstGeom prst="rect">
            <a:avLst/>
          </a:prstGeom>
          <a:noFill/>
        </p:spPr>
        <p:txBody>
          <a:bodyPr wrap="none">
            <a:spAutoFit/>
          </a:bodyPr>
          <a:lstStyle/>
          <a:p>
            <a:r>
              <a:t>66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259"/>
        <p:cNvGrpSpPr/>
        <p:nvPr/>
      </p:nvGrpSpPr>
      <p:grpSpPr>
        <a:xfrm>
          <a:off x="0" y="0"/>
          <a:ext cx="0" cy="0"/>
          <a:chOff x="0" y="0"/>
          <a:chExt cx="0" cy="0"/>
        </a:xfrm>
      </p:grpSpPr>
      <p:sp>
        <p:nvSpPr>
          <p:cNvPr id="4260" name="Google Shape;4260;p193"/>
          <p:cNvSpPr txBox="1">
            <a:spLocks noGrp="1"/>
          </p:cNvSpPr>
          <p:nvPr>
            <p:ph type="title"/>
          </p:nvPr>
        </p:nvSpPr>
        <p:spPr>
          <a:xfrm>
            <a:off x="713250" y="1352550"/>
            <a:ext cx="7717500" cy="8029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 Conclusion</a:t>
            </a:r>
            <a:endParaRPr sz="4000" dirty="0"/>
          </a:p>
        </p:txBody>
      </p:sp>
      <p:pic>
        <p:nvPicPr>
          <p:cNvPr id="5" name="Picture 4">
            <a:extLst>
              <a:ext uri="{FF2B5EF4-FFF2-40B4-BE49-F238E27FC236}">
                <a16:creationId xmlns:a16="http://schemas.microsoft.com/office/drawing/2014/main" id="{563A747A-6237-C008-2053-0AA25A0660CB}"/>
              </a:ext>
            </a:extLst>
          </p:cNvPr>
          <p:cNvPicPr>
            <a:picLocks noChangeAspect="1"/>
          </p:cNvPicPr>
          <p:nvPr/>
        </p:nvPicPr>
        <p:blipFill>
          <a:blip r:embed="rId3"/>
          <a:stretch>
            <a:fillRect/>
          </a:stretch>
        </p:blipFill>
        <p:spPr>
          <a:xfrm>
            <a:off x="3886200" y="1323975"/>
            <a:ext cx="1371600" cy="57150"/>
          </a:xfrm>
          <a:prstGeom prst="rect">
            <a:avLst/>
          </a:prstGeom>
        </p:spPr>
      </p:pic>
      <p:pic>
        <p:nvPicPr>
          <p:cNvPr id="7" name="Picture 6">
            <a:extLst>
              <a:ext uri="{FF2B5EF4-FFF2-40B4-BE49-F238E27FC236}">
                <a16:creationId xmlns:a16="http://schemas.microsoft.com/office/drawing/2014/main" id="{F477BF66-5D2D-E6F8-DC55-66BFB6539D03}"/>
              </a:ext>
            </a:extLst>
          </p:cNvPr>
          <p:cNvPicPr>
            <a:picLocks noChangeAspect="1"/>
          </p:cNvPicPr>
          <p:nvPr/>
        </p:nvPicPr>
        <p:blipFill>
          <a:blip r:embed="rId3"/>
          <a:stretch>
            <a:fillRect/>
          </a:stretch>
        </p:blipFill>
        <p:spPr>
          <a:xfrm>
            <a:off x="3886200" y="2155500"/>
            <a:ext cx="1371600" cy="57150"/>
          </a:xfrm>
          <a:prstGeom prst="rect">
            <a:avLst/>
          </a:prstGeom>
        </p:spPr>
      </p:pic>
      <p:sp>
        <p:nvSpPr>
          <p:cNvPr id="11" name="TextBox 10">
            <a:extLst>
              <a:ext uri="{FF2B5EF4-FFF2-40B4-BE49-F238E27FC236}">
                <a16:creationId xmlns:a16="http://schemas.microsoft.com/office/drawing/2014/main" id="{462F7D65-D88D-976D-027F-FEF1F4C981C8}"/>
              </a:ext>
            </a:extLst>
          </p:cNvPr>
          <p:cNvSpPr txBox="1"/>
          <p:nvPr/>
        </p:nvSpPr>
        <p:spPr>
          <a:xfrm>
            <a:off x="1700213" y="2428875"/>
            <a:ext cx="6238874" cy="1703030"/>
          </a:xfrm>
          <a:prstGeom prst="rect">
            <a:avLst/>
          </a:prstGeom>
          <a:noFill/>
        </p:spPr>
        <p:txBody>
          <a:bodyPr wrap="square">
            <a:spAutoFit/>
          </a:bodyPr>
          <a:lstStyle/>
          <a:p>
            <a:pPr algn="just">
              <a:lnSpc>
                <a:spcPct val="150000"/>
              </a:lnSpc>
            </a:pPr>
            <a:r>
              <a:rPr lang="en-US" sz="1800" dirty="0"/>
              <a:t>StyleSurfer makes fashion affordable, stylish, and eco-friendly. With unique features and a smooth user experience, it has the potential to change the way people shop for fashion. </a:t>
            </a:r>
          </a:p>
        </p:txBody>
      </p:sp>
      <p:pic>
        <p:nvPicPr>
          <p:cNvPr id="2" name="Picture 1">
            <a:extLst>
              <a:ext uri="{FF2B5EF4-FFF2-40B4-BE49-F238E27FC236}">
                <a16:creationId xmlns:a16="http://schemas.microsoft.com/office/drawing/2014/main" id="{D694DC61-7C98-3459-2CB9-63AD747FDD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61" name="TextBox 4260"/>
          <p:cNvSpPr txBox="1"/>
          <p:nvPr/>
        </p:nvSpPr>
        <p:spPr>
          <a:xfrm>
            <a:off x="8144000" y="4643500"/>
            <a:ext cx="500000" cy="500000"/>
          </a:xfrm>
          <a:prstGeom prst="rect">
            <a:avLst/>
          </a:prstGeom>
          <a:noFill/>
        </p:spPr>
        <p:txBody>
          <a:bodyPr wrap="none">
            <a:spAutoFit/>
          </a:bodyPr>
          <a:lstStyle/>
          <a:p>
            <a:r>
              <a:t>67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119"/>
        <p:cNvGrpSpPr/>
        <p:nvPr/>
      </p:nvGrpSpPr>
      <p:grpSpPr>
        <a:xfrm>
          <a:off x="0" y="0"/>
          <a:ext cx="0" cy="0"/>
          <a:chOff x="0" y="0"/>
          <a:chExt cx="0" cy="0"/>
        </a:xfrm>
      </p:grpSpPr>
      <p:sp>
        <p:nvSpPr>
          <p:cNvPr id="2" name="Google Shape;4260;p193">
            <a:extLst>
              <a:ext uri="{FF2B5EF4-FFF2-40B4-BE49-F238E27FC236}">
                <a16:creationId xmlns:a16="http://schemas.microsoft.com/office/drawing/2014/main" id="{4E12CDAB-4AB0-A8EA-BA98-DD35FF91A5CC}"/>
              </a:ext>
            </a:extLst>
          </p:cNvPr>
          <p:cNvSpPr txBox="1">
            <a:spLocks/>
          </p:cNvSpPr>
          <p:nvPr/>
        </p:nvSpPr>
        <p:spPr>
          <a:xfrm>
            <a:off x="926500" y="2261067"/>
            <a:ext cx="7717500" cy="80295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400"/>
              <a:buFont typeface="Hammersmith One"/>
              <a:buNone/>
              <a:defRPr sz="3000" b="1" i="0" u="none" strike="noStrike" cap="none">
                <a:solidFill>
                  <a:schemeClr val="accent2"/>
                </a:solidFill>
                <a:latin typeface="Hammersmith One"/>
                <a:ea typeface="Hammersmith One"/>
                <a:cs typeface="Hammersmith One"/>
                <a:sym typeface="Hammersmith One"/>
              </a:defRPr>
            </a:lvl1pPr>
            <a:lvl2pPr marR="0" lvl="1"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2pPr>
            <a:lvl3pPr marR="0" lvl="2"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3pPr>
            <a:lvl4pPr marR="0" lvl="3"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4pPr>
            <a:lvl5pPr marR="0" lvl="4"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5pPr>
            <a:lvl6pPr marR="0" lvl="5"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6pPr>
            <a:lvl7pPr marR="0" lvl="6"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7pPr>
            <a:lvl8pPr marR="0" lvl="7"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8pPr>
            <a:lvl9pPr marR="0" lvl="8" algn="l" rtl="0">
              <a:lnSpc>
                <a:spcPct val="100000"/>
              </a:lnSpc>
              <a:spcBef>
                <a:spcPts val="0"/>
              </a:spcBef>
              <a:spcAft>
                <a:spcPts val="0"/>
              </a:spcAft>
              <a:buClr>
                <a:schemeClr val="accent2"/>
              </a:buClr>
              <a:buSzPts val="2400"/>
              <a:buFont typeface="Hammersmith One"/>
              <a:buNone/>
              <a:defRPr sz="2400" b="1" i="0" u="none" strike="noStrike" cap="none">
                <a:solidFill>
                  <a:schemeClr val="accent2"/>
                </a:solidFill>
                <a:latin typeface="Hammersmith One"/>
                <a:ea typeface="Hammersmith One"/>
                <a:cs typeface="Hammersmith One"/>
                <a:sym typeface="Hammersmith One"/>
              </a:defRPr>
            </a:lvl9pPr>
          </a:lstStyle>
          <a:p>
            <a:r>
              <a:rPr lang="en-US" sz="4000" dirty="0"/>
              <a:t> Thank You!</a:t>
            </a:r>
          </a:p>
        </p:txBody>
      </p:sp>
      <p:pic>
        <p:nvPicPr>
          <p:cNvPr id="3" name="Picture 2">
            <a:extLst>
              <a:ext uri="{FF2B5EF4-FFF2-40B4-BE49-F238E27FC236}">
                <a16:creationId xmlns:a16="http://schemas.microsoft.com/office/drawing/2014/main" id="{88741D24-075B-C102-9936-5785FB1561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4537" y="76874"/>
            <a:ext cx="3148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5" name="TextBox 4194"/>
          <p:cNvSpPr txBox="1"/>
          <p:nvPr/>
        </p:nvSpPr>
        <p:spPr>
          <a:xfrm>
            <a:off x="8144000" y="4643500"/>
            <a:ext cx="500000" cy="500000"/>
          </a:xfrm>
          <a:prstGeom prst="rect">
            <a:avLst/>
          </a:prstGeom>
          <a:noFill/>
        </p:spPr>
        <p:txBody>
          <a:bodyPr wrap="none">
            <a:spAutoFit/>
          </a:bodyPr>
          <a:lstStyle/>
          <a:p>
            <a:r>
              <a:t>68</a:t>
            </a:r>
          </a:p>
        </p:txBody>
      </p:sp>
    </p:spTree>
  </p:cSld>
  <p:clrMapOvr>
    <a:masterClrMapping/>
  </p:clrMapOvr>
</p:sld>
</file>

<file path=ppt/theme/theme1.xml><?xml version="1.0" encoding="utf-8"?>
<a:theme xmlns:a="http://schemas.openxmlformats.org/drawingml/2006/main" name="Elegant Education Pack for Students XL by Slidesgo">
  <a:themeElements>
    <a:clrScheme name="Simple Light">
      <a:dk1>
        <a:srgbClr val="FFFFFF"/>
      </a:dk1>
      <a:lt1>
        <a:srgbClr val="EDECDF"/>
      </a:lt1>
      <a:dk2>
        <a:srgbClr val="C8A591"/>
      </a:dk2>
      <a:lt2>
        <a:srgbClr val="FFFFFF"/>
      </a:lt2>
      <a:accent1>
        <a:srgbClr val="A0A299"/>
      </a:accent1>
      <a:accent2>
        <a:srgbClr val="40474B"/>
      </a:accent2>
      <a:accent3>
        <a:srgbClr val="C8A591"/>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777</TotalTime>
  <Words>1775</Words>
  <Application>Microsoft Office PowerPoint</Application>
  <PresentationFormat>On-screen Show (16:9)</PresentationFormat>
  <Paragraphs>223</Paragraphs>
  <Slides>69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Calibri</vt:lpstr>
      <vt:lpstr>Manjari</vt:lpstr>
      <vt:lpstr>Courier New</vt:lpstr>
      <vt:lpstr>Hammersmith One</vt:lpstr>
      <vt:lpstr>Anaheim</vt:lpstr>
      <vt:lpstr>Arial</vt:lpstr>
      <vt:lpstr>Elegant Education Pack for Students XL by Slidesgo</vt:lpstr>
      <vt:lpstr>StyleSurfer</vt:lpstr>
      <vt:lpstr>Content</vt:lpstr>
      <vt:lpstr>PowerPoint Presentation</vt:lpstr>
      <vt:lpstr>PowerPoint Presentation</vt:lpstr>
      <vt:lpstr>PowerPoint Presentation</vt:lpstr>
      <vt:lpstr>PowerPoint Presentation</vt:lpstr>
      <vt:lpstr>Objectives </vt:lpstr>
      <vt:lpstr>01</vt:lpstr>
      <vt:lpstr>03</vt:lpstr>
      <vt:lpstr>PowerPoint Presentation</vt:lpstr>
      <vt:lpstr>…</vt:lpstr>
      <vt:lpstr>PowerPoint Presentation</vt:lpstr>
      <vt:lpstr>PowerPoint Presentation</vt:lpstr>
      <vt:lpstr>Technology </vt:lpstr>
      <vt:lpstr>User Roles  </vt:lpstr>
      <vt:lpstr>PowerPoint Presentation</vt:lpstr>
      <vt:lpstr>PowerPoint Presentation</vt:lpstr>
      <vt:lpstr>PowerPoint Presentation</vt:lpstr>
      <vt:lpstr>Key features</vt:lpstr>
      <vt:lpstr>PowerPoint Presentation</vt:lpstr>
      <vt:lpstr>System Design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Customer Site</vt:lpstr>
      <vt:lpstr>Registration Page</vt:lpstr>
      <vt:lpstr>Login</vt:lpstr>
      <vt:lpstr>Home Page</vt:lpstr>
      <vt:lpstr>Product Page</vt:lpstr>
      <vt:lpstr>Product Description Page</vt:lpstr>
      <vt:lpstr>Cart Page</vt:lpstr>
      <vt:lpstr>Order Page</vt:lpstr>
      <vt:lpstr>Order Page</vt:lpstr>
      <vt:lpstr>Order Page</vt:lpstr>
      <vt:lpstr>Stripe Online Payment Page</vt:lpstr>
      <vt:lpstr>Success Page</vt:lpstr>
      <vt:lpstr>Account Section Page</vt:lpstr>
      <vt:lpstr>Reselling Page</vt:lpstr>
      <vt:lpstr>Spin To Win Page</vt:lpstr>
      <vt:lpstr>Spin To Win Page</vt:lpstr>
      <vt:lpstr>Sell With Us Page</vt:lpstr>
      <vt:lpstr>Buy Back Page</vt:lpstr>
      <vt:lpstr>Seller Site</vt:lpstr>
      <vt:lpstr>Login Page</vt:lpstr>
      <vt:lpstr>Dashboard Page</vt:lpstr>
      <vt:lpstr>Product view Page</vt:lpstr>
      <vt:lpstr>Resell Product view Page</vt:lpstr>
      <vt:lpstr>Order view Page</vt:lpstr>
      <vt:lpstr>Account Page</vt:lpstr>
      <vt:lpstr>Delivery Partner Site</vt:lpstr>
      <vt:lpstr>Login Page</vt:lpstr>
      <vt:lpstr>View Orders Page</vt:lpstr>
      <vt:lpstr>View Order detail Page</vt:lpstr>
      <vt:lpstr>Account Page</vt:lpstr>
      <vt:lpstr>Admin Site</vt:lpstr>
      <vt:lpstr>Login Page</vt:lpstr>
      <vt:lpstr>Dashboard Page</vt:lpstr>
      <vt:lpstr>PowerPoint Presentation</vt:lpstr>
      <vt:lpstr>PowerPoint Presentation</vt:lpstr>
      <vt:lpstr>Future Plans</vt:lpstr>
      <vt:lpstr>PowerPoint Presentation</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Mansi Kadvani</dc:creator>
  <cp:lastModifiedBy>bhavesh soyaliya</cp:lastModifiedBy>
  <cp:revision>20</cp:revision>
  <dcterms:modified xsi:type="dcterms:W3CDTF">2025-03-01T06:44:37Z</dcterms:modified>
</cp:coreProperties>
</file>